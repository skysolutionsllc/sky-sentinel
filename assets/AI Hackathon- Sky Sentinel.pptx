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sldIdLst>
    <p:sldId id="256" r:id="rId5"/>
    <p:sldId id="2147470088" r:id="rId6"/>
    <p:sldId id="2147470090" r:id="rId7"/>
    <p:sldId id="2147470089" r:id="rId8"/>
    <p:sldId id="2147470087" r:id="rId9"/>
    <p:sldId id="2147470091" r:id="rId10"/>
    <p:sldId id="2147470092" r:id="rId11"/>
    <p:sldId id="2147470085" r:id="rId12"/>
    <p:sldId id="2147470093" r:id="rId13"/>
    <p:sldId id="2147470094" r:id="rId14"/>
    <p:sldId id="2147470096" r:id="rId15"/>
    <p:sldId id="2147470097" r:id="rId16"/>
    <p:sldId id="2147470095" r:id="rId17"/>
    <p:sldId id="2147470098" r:id="rId18"/>
    <p:sldId id="2147470099" r:id="rId19"/>
    <p:sldId id="2147470100" r:id="rId20"/>
    <p:sldId id="2147470101" r:id="rId21"/>
    <p:sldId id="214747008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120123-1998-FD48-AF34-58DA45D88FC5}">
          <p14:sldIdLst>
            <p14:sldId id="256"/>
            <p14:sldId id="2147470088"/>
            <p14:sldId id="2147470090"/>
            <p14:sldId id="2147470089"/>
            <p14:sldId id="2147470087"/>
            <p14:sldId id="2147470091"/>
            <p14:sldId id="2147470092"/>
            <p14:sldId id="2147470085"/>
            <p14:sldId id="2147470093"/>
            <p14:sldId id="2147470094"/>
            <p14:sldId id="2147470096"/>
            <p14:sldId id="2147470097"/>
            <p14:sldId id="2147470095"/>
            <p14:sldId id="2147470098"/>
            <p14:sldId id="2147470099"/>
            <p14:sldId id="2147470100"/>
            <p14:sldId id="2147470101"/>
            <p14:sldId id="214747008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1E2BB05-7F18-C082-FE67-D51331FF6359}" name="tao.tao@gdit.com" initials="ta" userId="S::urn:spo:guest#tao.tao@gdit.com::" providerId="AD"/>
  <p188:author id="{8EAA871E-3D07-8CF4-CD53-5D65401C335F}" name="Slava Katz" initials="SK" userId="S::skatz@skysolutions.com::945c1abb-1ceb-46d7-8d62-13761c15392d" providerId="AD"/>
  <p188:author id="{5808323D-DC0D-866B-DC41-5EF6CBE0C227}" name="Anil Boinapalli" initials="AB" userId="S::anil@skysolutions.com::9e98a962-d205-4640-8311-5e60ea7be796" providerId="AD"/>
  <p188:author id="{384BE243-0A35-A21C-DB4C-EC4850A4008D}" name="Angela Cook" initials="AC" userId="S::acook_integritym.com#ext#@skysolutions.onmicrosoft.com::5b1f0527-cee8-4b21-97ca-61c2b090c61d" providerId="AD"/>
  <p188:author id="{BE061DB5-0540-299A-ABFF-81BE793BBD63}" name="Liane Christopher" initials="LC" userId="S::lchristopher@skysolutions.com::c747f75a-46de-4be7-81ca-e1e424591aba" providerId="AD"/>
  <p188:author id="{49B155BE-F0DA-E4E6-432B-DE4199CC16C2}" name="christopher.canfield@gdit.com" initials="ch" userId="S::urn:spo:guest#christopher.canfield@gdit.com::"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48B"/>
    <a:srgbClr val="0086D4"/>
    <a:srgbClr val="17ADB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9DB8F-5475-444C-A25D-B329FB9F260B}" v="131" dt="2026-03-17T02:00:23.6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4" autoAdjust="0"/>
    <p:restoredTop sz="73564" autoAdjust="0"/>
  </p:normalViewPr>
  <p:slideViewPr>
    <p:cSldViewPr snapToGrid="0">
      <p:cViewPr varScale="1">
        <p:scale>
          <a:sx n="117" d="100"/>
          <a:sy n="117" d="100"/>
        </p:scale>
        <p:origin x="35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a Tanu" userId="f8a3183f-0f8a-48e0-a634-d389e2dee82c" providerId="ADAL" clId="{6FEBB0E5-EF09-4003-8BF7-983C7B68A416}"/>
    <pc:docChg chg="undo custSel addSld delSld modSld sldOrd modSection">
      <pc:chgData name="Vandana Tanu" userId="f8a3183f-0f8a-48e0-a634-d389e2dee82c" providerId="ADAL" clId="{6FEBB0E5-EF09-4003-8BF7-983C7B68A416}" dt="2026-03-17T02:15:24.036" v="3563" actId="13926"/>
      <pc:docMkLst>
        <pc:docMk/>
      </pc:docMkLst>
      <pc:sldChg chg="addSp delSp modSp mod">
        <pc:chgData name="Vandana Tanu" userId="f8a3183f-0f8a-48e0-a634-d389e2dee82c" providerId="ADAL" clId="{6FEBB0E5-EF09-4003-8BF7-983C7B68A416}" dt="2026-03-16T21:58:01.832" v="1262" actId="1076"/>
        <pc:sldMkLst>
          <pc:docMk/>
          <pc:sldMk cId="3867718399" sldId="256"/>
        </pc:sldMkLst>
        <pc:spChg chg="add mod">
          <ac:chgData name="Vandana Tanu" userId="f8a3183f-0f8a-48e0-a634-d389e2dee82c" providerId="ADAL" clId="{6FEBB0E5-EF09-4003-8BF7-983C7B68A416}" dt="2026-03-16T21:58:01.832" v="1262" actId="1076"/>
          <ac:spMkLst>
            <pc:docMk/>
            <pc:sldMk cId="3867718399" sldId="256"/>
            <ac:spMk id="6" creationId="{F443888B-F0A3-2797-924A-B9D656E227EA}"/>
          </ac:spMkLst>
        </pc:spChg>
        <pc:spChg chg="del mod">
          <ac:chgData name="Vandana Tanu" userId="f8a3183f-0f8a-48e0-a634-d389e2dee82c" providerId="ADAL" clId="{6FEBB0E5-EF09-4003-8BF7-983C7B68A416}" dt="2026-03-16T21:57:19.398" v="1245" actId="478"/>
          <ac:spMkLst>
            <pc:docMk/>
            <pc:sldMk cId="3867718399" sldId="256"/>
            <ac:spMk id="8" creationId="{B94AA734-8F61-05F3-7165-C998C3191FBB}"/>
          </ac:spMkLst>
        </pc:spChg>
      </pc:sldChg>
      <pc:sldChg chg="addSp delSp modSp mod ord">
        <pc:chgData name="Vandana Tanu" userId="f8a3183f-0f8a-48e0-a634-d389e2dee82c" providerId="ADAL" clId="{6FEBB0E5-EF09-4003-8BF7-983C7B68A416}" dt="2026-03-17T02:12:29.285" v="3562" actId="6549"/>
        <pc:sldMkLst>
          <pc:docMk/>
          <pc:sldMk cId="4111907979" sldId="2147470085"/>
        </pc:sldMkLst>
        <pc:spChg chg="mod">
          <ac:chgData name="Vandana Tanu" userId="f8a3183f-0f8a-48e0-a634-d389e2dee82c" providerId="ADAL" clId="{6FEBB0E5-EF09-4003-8BF7-983C7B68A416}" dt="2026-03-17T00:44:00.671" v="1837" actId="20577"/>
          <ac:spMkLst>
            <pc:docMk/>
            <pc:sldMk cId="4111907979" sldId="2147470085"/>
            <ac:spMk id="2" creationId="{18518D17-B2B3-2DB8-98C4-7B2A5E1B0C0F}"/>
          </ac:spMkLst>
        </pc:spChg>
        <pc:spChg chg="mod">
          <ac:chgData name="Vandana Tanu" userId="f8a3183f-0f8a-48e0-a634-d389e2dee82c" providerId="ADAL" clId="{6FEBB0E5-EF09-4003-8BF7-983C7B68A416}" dt="2026-03-17T02:12:29.285" v="3562" actId="6549"/>
          <ac:spMkLst>
            <pc:docMk/>
            <pc:sldMk cId="4111907979" sldId="2147470085"/>
            <ac:spMk id="3" creationId="{21527007-3062-06AF-2554-C31C6D7E9884}"/>
          </ac:spMkLst>
        </pc:spChg>
        <pc:spChg chg="add mod">
          <ac:chgData name="Vandana Tanu" userId="f8a3183f-0f8a-48e0-a634-d389e2dee82c" providerId="ADAL" clId="{6FEBB0E5-EF09-4003-8BF7-983C7B68A416}" dt="2026-03-17T00:18:49.152" v="1623" actId="20577"/>
          <ac:spMkLst>
            <pc:docMk/>
            <pc:sldMk cId="4111907979" sldId="2147470085"/>
            <ac:spMk id="5" creationId="{1C8952B1-DDBC-59F5-57E8-7F549D002F9C}"/>
          </ac:spMkLst>
        </pc:spChg>
        <pc:spChg chg="add del mod">
          <ac:chgData name="Vandana Tanu" userId="f8a3183f-0f8a-48e0-a634-d389e2dee82c" providerId="ADAL" clId="{6FEBB0E5-EF09-4003-8BF7-983C7B68A416}" dt="2026-03-17T00:43:42.943" v="1830" actId="478"/>
          <ac:spMkLst>
            <pc:docMk/>
            <pc:sldMk cId="4111907979" sldId="2147470085"/>
            <ac:spMk id="6" creationId="{C3A6D6E7-3B90-F6A7-0E96-B945561F1325}"/>
          </ac:spMkLst>
        </pc:spChg>
        <pc:spChg chg="add del mod">
          <ac:chgData name="Vandana Tanu" userId="f8a3183f-0f8a-48e0-a634-d389e2dee82c" providerId="ADAL" clId="{6FEBB0E5-EF09-4003-8BF7-983C7B68A416}" dt="2026-03-17T01:17:18.509" v="2417" actId="21"/>
          <ac:spMkLst>
            <pc:docMk/>
            <pc:sldMk cId="4111907979" sldId="2147470085"/>
            <ac:spMk id="7" creationId="{7BF7948C-DECA-0C7C-2F75-B5721820D4F7}"/>
          </ac:spMkLst>
        </pc:spChg>
      </pc:sldChg>
      <pc:sldChg chg="addSp delSp modSp new mod">
        <pc:chgData name="Vandana Tanu" userId="f8a3183f-0f8a-48e0-a634-d389e2dee82c" providerId="ADAL" clId="{6FEBB0E5-EF09-4003-8BF7-983C7B68A416}" dt="2026-03-17T02:03:07.877" v="3231" actId="6549"/>
        <pc:sldMkLst>
          <pc:docMk/>
          <pc:sldMk cId="3693344481" sldId="2147470086"/>
        </pc:sldMkLst>
        <pc:spChg chg="mod">
          <ac:chgData name="Vandana Tanu" userId="f8a3183f-0f8a-48e0-a634-d389e2dee82c" providerId="ADAL" clId="{6FEBB0E5-EF09-4003-8BF7-983C7B68A416}" dt="2026-03-17T02:03:07.877" v="3231" actId="6549"/>
          <ac:spMkLst>
            <pc:docMk/>
            <pc:sldMk cId="3693344481" sldId="2147470086"/>
            <ac:spMk id="2" creationId="{FFD72513-6780-AA56-F09B-5B5905DE3E31}"/>
          </ac:spMkLst>
        </pc:spChg>
        <pc:spChg chg="add mod">
          <ac:chgData name="Vandana Tanu" userId="f8a3183f-0f8a-48e0-a634-d389e2dee82c" providerId="ADAL" clId="{6FEBB0E5-EF09-4003-8BF7-983C7B68A416}" dt="2026-03-17T00:45:54.485" v="1919" actId="20577"/>
          <ac:spMkLst>
            <pc:docMk/>
            <pc:sldMk cId="3693344481" sldId="2147470086"/>
            <ac:spMk id="5" creationId="{6F4ADDC4-577F-54B3-2607-71AE03E48CFA}"/>
          </ac:spMkLst>
        </pc:spChg>
        <pc:spChg chg="add mod">
          <ac:chgData name="Vandana Tanu" userId="f8a3183f-0f8a-48e0-a634-d389e2dee82c" providerId="ADAL" clId="{6FEBB0E5-EF09-4003-8BF7-983C7B68A416}" dt="2026-03-17T01:17:42.824" v="2418" actId="1076"/>
          <ac:spMkLst>
            <pc:docMk/>
            <pc:sldMk cId="3693344481" sldId="2147470086"/>
            <ac:spMk id="7" creationId="{426BC707-EAA2-A6CD-8CB5-60A9D0E4B7B4}"/>
          </ac:spMkLst>
        </pc:spChg>
      </pc:sldChg>
      <pc:sldChg chg="addSp delSp modSp new mod">
        <pc:chgData name="Vandana Tanu" userId="f8a3183f-0f8a-48e0-a634-d389e2dee82c" providerId="ADAL" clId="{6FEBB0E5-EF09-4003-8BF7-983C7B68A416}" dt="2026-03-16T21:51:50.987" v="1122" actId="113"/>
        <pc:sldMkLst>
          <pc:docMk/>
          <pc:sldMk cId="2080136700" sldId="2147470087"/>
        </pc:sldMkLst>
        <pc:spChg chg="del mod ord">
          <ac:chgData name="Vandana Tanu" userId="f8a3183f-0f8a-48e0-a634-d389e2dee82c" providerId="ADAL" clId="{6FEBB0E5-EF09-4003-8BF7-983C7B68A416}" dt="2026-03-16T21:28:55.207" v="638" actId="478"/>
          <ac:spMkLst>
            <pc:docMk/>
            <pc:sldMk cId="2080136700" sldId="2147470087"/>
            <ac:spMk id="2" creationId="{D3D57D7A-8479-A75E-2E55-6FF6ED4C505A}"/>
          </ac:spMkLst>
        </pc:spChg>
        <pc:spChg chg="del">
          <ac:chgData name="Vandana Tanu" userId="f8a3183f-0f8a-48e0-a634-d389e2dee82c" providerId="ADAL" clId="{6FEBB0E5-EF09-4003-8BF7-983C7B68A416}" dt="2026-03-16T20:02:34.682" v="67" actId="478"/>
          <ac:spMkLst>
            <pc:docMk/>
            <pc:sldMk cId="2080136700" sldId="2147470087"/>
            <ac:spMk id="3" creationId="{8ABC8399-58C7-8F48-DED5-AABA34B21472}"/>
          </ac:spMkLst>
        </pc:spChg>
        <pc:spChg chg="add del">
          <ac:chgData name="Vandana Tanu" userId="f8a3183f-0f8a-48e0-a634-d389e2dee82c" providerId="ADAL" clId="{6FEBB0E5-EF09-4003-8BF7-983C7B68A416}" dt="2026-03-16T21:25:29.780" v="572" actId="21"/>
          <ac:spMkLst>
            <pc:docMk/>
            <pc:sldMk cId="2080136700" sldId="2147470087"/>
            <ac:spMk id="7" creationId="{03B05F32-7A15-0144-ABA2-C82BE9553B4F}"/>
          </ac:spMkLst>
        </pc:spChg>
        <pc:spChg chg="add mod">
          <ac:chgData name="Vandana Tanu" userId="f8a3183f-0f8a-48e0-a634-d389e2dee82c" providerId="ADAL" clId="{6FEBB0E5-EF09-4003-8BF7-983C7B68A416}" dt="2026-03-16T21:32:46.433" v="728" actId="20577"/>
          <ac:spMkLst>
            <pc:docMk/>
            <pc:sldMk cId="2080136700" sldId="2147470087"/>
            <ac:spMk id="8" creationId="{8B794505-F8F1-C9BA-E98E-AE43D6456C73}"/>
          </ac:spMkLst>
        </pc:spChg>
        <pc:spChg chg="add del mod">
          <ac:chgData name="Vandana Tanu" userId="f8a3183f-0f8a-48e0-a634-d389e2dee82c" providerId="ADAL" clId="{6FEBB0E5-EF09-4003-8BF7-983C7B68A416}" dt="2026-03-16T21:29:01.068" v="639" actId="478"/>
          <ac:spMkLst>
            <pc:docMk/>
            <pc:sldMk cId="2080136700" sldId="2147470087"/>
            <ac:spMk id="10" creationId="{AFC49EC1-051A-E113-9B4F-4DFC96B72837}"/>
          </ac:spMkLst>
        </pc:spChg>
        <pc:spChg chg="add del">
          <ac:chgData name="Vandana Tanu" userId="f8a3183f-0f8a-48e0-a634-d389e2dee82c" providerId="ADAL" clId="{6FEBB0E5-EF09-4003-8BF7-983C7B68A416}" dt="2026-03-16T21:45:06.728" v="996" actId="22"/>
          <ac:spMkLst>
            <pc:docMk/>
            <pc:sldMk cId="2080136700" sldId="2147470087"/>
            <ac:spMk id="12" creationId="{B785558D-EE2F-CDA5-6F6D-B1C6E7296E50}"/>
          </ac:spMkLst>
        </pc:spChg>
        <pc:spChg chg="add mod">
          <ac:chgData name="Vandana Tanu" userId="f8a3183f-0f8a-48e0-a634-d389e2dee82c" providerId="ADAL" clId="{6FEBB0E5-EF09-4003-8BF7-983C7B68A416}" dt="2026-03-16T21:46:20.826" v="1086" actId="20577"/>
          <ac:spMkLst>
            <pc:docMk/>
            <pc:sldMk cId="2080136700" sldId="2147470087"/>
            <ac:spMk id="13" creationId="{4EC4CC09-6CFE-4E02-E010-347B51B0CEBE}"/>
          </ac:spMkLst>
        </pc:spChg>
        <pc:spChg chg="add">
          <ac:chgData name="Vandana Tanu" userId="f8a3183f-0f8a-48e0-a634-d389e2dee82c" providerId="ADAL" clId="{6FEBB0E5-EF09-4003-8BF7-983C7B68A416}" dt="2026-03-16T21:45:22.407" v="998"/>
          <ac:spMkLst>
            <pc:docMk/>
            <pc:sldMk cId="2080136700" sldId="2147470087"/>
            <ac:spMk id="14" creationId="{E5CE45F0-1109-865D-C2FD-0AB6E371E218}"/>
          </ac:spMkLst>
        </pc:spChg>
        <pc:spChg chg="add mod">
          <ac:chgData name="Vandana Tanu" userId="f8a3183f-0f8a-48e0-a634-d389e2dee82c" providerId="ADAL" clId="{6FEBB0E5-EF09-4003-8BF7-983C7B68A416}" dt="2026-03-16T21:45:43.621" v="1004"/>
          <ac:spMkLst>
            <pc:docMk/>
            <pc:sldMk cId="2080136700" sldId="2147470087"/>
            <ac:spMk id="15" creationId="{A3586085-A9AE-3791-47F0-C4924B42C2B4}"/>
          </ac:spMkLst>
        </pc:spChg>
        <pc:spChg chg="add">
          <ac:chgData name="Vandana Tanu" userId="f8a3183f-0f8a-48e0-a634-d389e2dee82c" providerId="ADAL" clId="{6FEBB0E5-EF09-4003-8BF7-983C7B68A416}" dt="2026-03-16T21:45:51.383" v="1007"/>
          <ac:spMkLst>
            <pc:docMk/>
            <pc:sldMk cId="2080136700" sldId="2147470087"/>
            <ac:spMk id="16" creationId="{1C38ED4E-98E8-A156-6ED7-D8123C2313B2}"/>
          </ac:spMkLst>
        </pc:spChg>
        <pc:spChg chg="add mod">
          <ac:chgData name="Vandana Tanu" userId="f8a3183f-0f8a-48e0-a634-d389e2dee82c" providerId="ADAL" clId="{6FEBB0E5-EF09-4003-8BF7-983C7B68A416}" dt="2026-03-16T21:45:57.025" v="1009"/>
          <ac:spMkLst>
            <pc:docMk/>
            <pc:sldMk cId="2080136700" sldId="2147470087"/>
            <ac:spMk id="17" creationId="{862561F9-4E82-EA69-2A19-5FBD517B4F1C}"/>
          </ac:spMkLst>
        </pc:spChg>
        <pc:spChg chg="add mod">
          <ac:chgData name="Vandana Tanu" userId="f8a3183f-0f8a-48e0-a634-d389e2dee82c" providerId="ADAL" clId="{6FEBB0E5-EF09-4003-8BF7-983C7B68A416}" dt="2026-03-16T21:51:50.987" v="1122" actId="113"/>
          <ac:spMkLst>
            <pc:docMk/>
            <pc:sldMk cId="2080136700" sldId="2147470087"/>
            <ac:spMk id="18" creationId="{F17A2D32-D257-2980-A50B-5349A1A5D4DA}"/>
          </ac:spMkLst>
        </pc:spChg>
        <pc:picChg chg="add mod">
          <ac:chgData name="Vandana Tanu" userId="f8a3183f-0f8a-48e0-a634-d389e2dee82c" providerId="ADAL" clId="{6FEBB0E5-EF09-4003-8BF7-983C7B68A416}" dt="2026-03-16T21:44:48.972" v="992" actId="1076"/>
          <ac:picMkLst>
            <pc:docMk/>
            <pc:sldMk cId="2080136700" sldId="2147470087"/>
            <ac:picMk id="5" creationId="{C655703D-ACC6-C0E4-7C1C-E8146CDC4559}"/>
          </ac:picMkLst>
        </pc:picChg>
      </pc:sldChg>
      <pc:sldChg chg="addSp delSp modSp new mod modNotesTx">
        <pc:chgData name="Vandana Tanu" userId="f8a3183f-0f8a-48e0-a634-d389e2dee82c" providerId="ADAL" clId="{6FEBB0E5-EF09-4003-8BF7-983C7B68A416}" dt="2026-03-17T02:05:45.557" v="3370" actId="20577"/>
        <pc:sldMkLst>
          <pc:docMk/>
          <pc:sldMk cId="827567149" sldId="2147470088"/>
        </pc:sldMkLst>
        <pc:spChg chg="mod">
          <ac:chgData name="Vandana Tanu" userId="f8a3183f-0f8a-48e0-a634-d389e2dee82c" providerId="ADAL" clId="{6FEBB0E5-EF09-4003-8BF7-983C7B68A416}" dt="2026-03-17T00:23:53.137" v="1684" actId="404"/>
          <ac:spMkLst>
            <pc:docMk/>
            <pc:sldMk cId="827567149" sldId="2147470088"/>
            <ac:spMk id="2" creationId="{3984E835-E523-2F85-315E-B0522A88752B}"/>
          </ac:spMkLst>
        </pc:spChg>
        <pc:spChg chg="del mod">
          <ac:chgData name="Vandana Tanu" userId="f8a3183f-0f8a-48e0-a634-d389e2dee82c" providerId="ADAL" clId="{6FEBB0E5-EF09-4003-8BF7-983C7B68A416}" dt="2026-03-16T21:56:14.142" v="1182" actId="478"/>
          <ac:spMkLst>
            <pc:docMk/>
            <pc:sldMk cId="827567149" sldId="2147470088"/>
            <ac:spMk id="3" creationId="{00C8801E-4C5E-4614-A227-84EBC5B55C76}"/>
          </ac:spMkLst>
        </pc:spChg>
        <pc:spChg chg="add mod">
          <ac:chgData name="Vandana Tanu" userId="f8a3183f-0f8a-48e0-a634-d389e2dee82c" providerId="ADAL" clId="{6FEBB0E5-EF09-4003-8BF7-983C7B68A416}" dt="2026-03-17T00:17:20.994" v="1558" actId="6549"/>
          <ac:spMkLst>
            <pc:docMk/>
            <pc:sldMk cId="827567149" sldId="2147470088"/>
            <ac:spMk id="4" creationId="{1FC5A1E5-862B-8D8C-9CCA-87AB7E8DCC38}"/>
          </ac:spMkLst>
        </pc:spChg>
      </pc:sldChg>
      <pc:sldChg chg="addSp delSp modSp new mod">
        <pc:chgData name="Vandana Tanu" userId="f8a3183f-0f8a-48e0-a634-d389e2dee82c" providerId="ADAL" clId="{6FEBB0E5-EF09-4003-8BF7-983C7B68A416}" dt="2026-03-16T21:48:23.648" v="1113" actId="113"/>
        <pc:sldMkLst>
          <pc:docMk/>
          <pc:sldMk cId="192057807" sldId="2147470089"/>
        </pc:sldMkLst>
        <pc:spChg chg="mod">
          <ac:chgData name="Vandana Tanu" userId="f8a3183f-0f8a-48e0-a634-d389e2dee82c" providerId="ADAL" clId="{6FEBB0E5-EF09-4003-8BF7-983C7B68A416}" dt="2026-03-16T21:32:11.902" v="716" actId="20577"/>
          <ac:spMkLst>
            <pc:docMk/>
            <pc:sldMk cId="192057807" sldId="2147470089"/>
            <ac:spMk id="2" creationId="{0FDE524A-43C3-A5B7-1CFF-844E4E1368A1}"/>
          </ac:spMkLst>
        </pc:spChg>
        <pc:spChg chg="del">
          <ac:chgData name="Vandana Tanu" userId="f8a3183f-0f8a-48e0-a634-d389e2dee82c" providerId="ADAL" clId="{6FEBB0E5-EF09-4003-8BF7-983C7B68A416}" dt="2026-03-16T21:08:02.145" v="485" actId="478"/>
          <ac:spMkLst>
            <pc:docMk/>
            <pc:sldMk cId="192057807" sldId="2147470089"/>
            <ac:spMk id="3" creationId="{895FC650-6E60-6160-499C-7FDEF2E52E00}"/>
          </ac:spMkLst>
        </pc:spChg>
        <pc:spChg chg="add mod">
          <ac:chgData name="Vandana Tanu" userId="f8a3183f-0f8a-48e0-a634-d389e2dee82c" providerId="ADAL" clId="{6FEBB0E5-EF09-4003-8BF7-983C7B68A416}" dt="2026-03-16T21:47:01.806" v="1090" actId="14100"/>
          <ac:spMkLst>
            <pc:docMk/>
            <pc:sldMk cId="192057807" sldId="2147470089"/>
            <ac:spMk id="8" creationId="{CA26BBBE-FCC8-5E4D-83B4-F9D0CBA3F7A6}"/>
          </ac:spMkLst>
        </pc:spChg>
        <pc:spChg chg="add del">
          <ac:chgData name="Vandana Tanu" userId="f8a3183f-0f8a-48e0-a634-d389e2dee82c" providerId="ADAL" clId="{6FEBB0E5-EF09-4003-8BF7-983C7B68A416}" dt="2026-03-16T21:47:45.491" v="1108" actId="22"/>
          <ac:spMkLst>
            <pc:docMk/>
            <pc:sldMk cId="192057807" sldId="2147470089"/>
            <ac:spMk id="10" creationId="{8440128B-5C13-3774-5F13-1A53E99D3F4A}"/>
          </ac:spMkLst>
        </pc:spChg>
        <pc:spChg chg="add mod">
          <ac:chgData name="Vandana Tanu" userId="f8a3183f-0f8a-48e0-a634-d389e2dee82c" providerId="ADAL" clId="{6FEBB0E5-EF09-4003-8BF7-983C7B68A416}" dt="2026-03-16T21:48:23.648" v="1113" actId="113"/>
          <ac:spMkLst>
            <pc:docMk/>
            <pc:sldMk cId="192057807" sldId="2147470089"/>
            <ac:spMk id="11" creationId="{5E9A3F90-90D7-5B25-F36B-DA3394E85E58}"/>
          </ac:spMkLst>
        </pc:spChg>
        <pc:picChg chg="add del mod">
          <ac:chgData name="Vandana Tanu" userId="f8a3183f-0f8a-48e0-a634-d389e2dee82c" providerId="ADAL" clId="{6FEBB0E5-EF09-4003-8BF7-983C7B68A416}" dt="2026-03-16T21:09:06.258" v="507" actId="478"/>
          <ac:picMkLst>
            <pc:docMk/>
            <pc:sldMk cId="192057807" sldId="2147470089"/>
            <ac:picMk id="5" creationId="{AEE39093-0179-9A15-4557-745AE51C41E2}"/>
          </ac:picMkLst>
        </pc:picChg>
        <pc:picChg chg="add mod">
          <ac:chgData name="Vandana Tanu" userId="f8a3183f-0f8a-48e0-a634-d389e2dee82c" providerId="ADAL" clId="{6FEBB0E5-EF09-4003-8BF7-983C7B68A416}" dt="2026-03-16T21:44:54.811" v="993" actId="1076"/>
          <ac:picMkLst>
            <pc:docMk/>
            <pc:sldMk cId="192057807" sldId="2147470089"/>
            <ac:picMk id="7" creationId="{C7974E63-9A68-3FB7-4464-960C4BAC3200}"/>
          </ac:picMkLst>
        </pc:picChg>
      </pc:sldChg>
      <pc:sldChg chg="addSp delSp modSp new mod">
        <pc:chgData name="Vandana Tanu" userId="f8a3183f-0f8a-48e0-a634-d389e2dee82c" providerId="ADAL" clId="{6FEBB0E5-EF09-4003-8BF7-983C7B68A416}" dt="2026-03-17T00:35:29.707" v="1786" actId="6549"/>
        <pc:sldMkLst>
          <pc:docMk/>
          <pc:sldMk cId="2174741089" sldId="2147470090"/>
        </pc:sldMkLst>
        <pc:spChg chg="mod">
          <ac:chgData name="Vandana Tanu" userId="f8a3183f-0f8a-48e0-a634-d389e2dee82c" providerId="ADAL" clId="{6FEBB0E5-EF09-4003-8BF7-983C7B68A416}" dt="2026-03-17T00:35:29.707" v="1786" actId="6549"/>
          <ac:spMkLst>
            <pc:docMk/>
            <pc:sldMk cId="2174741089" sldId="2147470090"/>
            <ac:spMk id="2" creationId="{1CD96637-0B06-14D8-6187-E4F117150A21}"/>
          </ac:spMkLst>
        </pc:spChg>
        <pc:spChg chg="del">
          <ac:chgData name="Vandana Tanu" userId="f8a3183f-0f8a-48e0-a634-d389e2dee82c" providerId="ADAL" clId="{6FEBB0E5-EF09-4003-8BF7-983C7B68A416}" dt="2026-03-16T21:16:09.082" v="512" actId="478"/>
          <ac:spMkLst>
            <pc:docMk/>
            <pc:sldMk cId="2174741089" sldId="2147470090"/>
            <ac:spMk id="3" creationId="{0A43FA21-5259-04F9-E9DD-C6DA12A530C6}"/>
          </ac:spMkLst>
        </pc:spChg>
        <pc:spChg chg="add mod">
          <ac:chgData name="Vandana Tanu" userId="f8a3183f-0f8a-48e0-a634-d389e2dee82c" providerId="ADAL" clId="{6FEBB0E5-EF09-4003-8BF7-983C7B68A416}" dt="2026-03-16T21:46:55.452" v="1089" actId="14100"/>
          <ac:spMkLst>
            <pc:docMk/>
            <pc:sldMk cId="2174741089" sldId="2147470090"/>
            <ac:spMk id="6" creationId="{0E5665D6-6278-CB11-93D5-35F0E1428C3B}"/>
          </ac:spMkLst>
        </pc:spChg>
        <pc:spChg chg="add mod">
          <ac:chgData name="Vandana Tanu" userId="f8a3183f-0f8a-48e0-a634-d389e2dee82c" providerId="ADAL" clId="{6FEBB0E5-EF09-4003-8BF7-983C7B68A416}" dt="2026-03-16T21:47:34.044" v="1106" actId="20577"/>
          <ac:spMkLst>
            <pc:docMk/>
            <pc:sldMk cId="2174741089" sldId="2147470090"/>
            <ac:spMk id="8" creationId="{B557284F-EFB4-D120-AE5B-A35E3F72D345}"/>
          </ac:spMkLst>
        </pc:spChg>
        <pc:picChg chg="add mod">
          <ac:chgData name="Vandana Tanu" userId="f8a3183f-0f8a-48e0-a634-d389e2dee82c" providerId="ADAL" clId="{6FEBB0E5-EF09-4003-8BF7-983C7B68A416}" dt="2026-03-16T21:45:00.962" v="994" actId="1076"/>
          <ac:picMkLst>
            <pc:docMk/>
            <pc:sldMk cId="2174741089" sldId="2147470090"/>
            <ac:picMk id="5" creationId="{BF72BAFE-7C85-72E8-8204-ABBE1B0C4579}"/>
          </ac:picMkLst>
        </pc:picChg>
      </pc:sldChg>
      <pc:sldChg chg="addSp delSp modSp new mod ord">
        <pc:chgData name="Vandana Tanu" userId="f8a3183f-0f8a-48e0-a634-d389e2dee82c" providerId="ADAL" clId="{6FEBB0E5-EF09-4003-8BF7-983C7B68A416}" dt="2026-03-17T00:57:49.176" v="2323"/>
        <pc:sldMkLst>
          <pc:docMk/>
          <pc:sldMk cId="2184256249" sldId="2147470091"/>
        </pc:sldMkLst>
        <pc:spChg chg="del">
          <ac:chgData name="Vandana Tanu" userId="f8a3183f-0f8a-48e0-a634-d389e2dee82c" providerId="ADAL" clId="{6FEBB0E5-EF09-4003-8BF7-983C7B68A416}" dt="2026-03-16T21:52:59.516" v="1124" actId="478"/>
          <ac:spMkLst>
            <pc:docMk/>
            <pc:sldMk cId="2184256249" sldId="2147470091"/>
            <ac:spMk id="2" creationId="{59AC7A72-A05A-035C-36ED-13CA259195A9}"/>
          </ac:spMkLst>
        </pc:spChg>
        <pc:spChg chg="del mod">
          <ac:chgData name="Vandana Tanu" userId="f8a3183f-0f8a-48e0-a634-d389e2dee82c" providerId="ADAL" clId="{6FEBB0E5-EF09-4003-8BF7-983C7B68A416}" dt="2026-03-17T00:41:58.752" v="1789" actId="21"/>
          <ac:spMkLst>
            <pc:docMk/>
            <pc:sldMk cId="2184256249" sldId="2147470091"/>
            <ac:spMk id="3" creationId="{BE84AF09-B019-0D6C-2C4D-6614D17AE0F1}"/>
          </ac:spMkLst>
        </pc:spChg>
        <pc:spChg chg="add del mod">
          <ac:chgData name="Vandana Tanu" userId="f8a3183f-0f8a-48e0-a634-d389e2dee82c" providerId="ADAL" clId="{6FEBB0E5-EF09-4003-8BF7-983C7B68A416}" dt="2026-03-17T00:55:25.868" v="2206" actId="21"/>
          <ac:spMkLst>
            <pc:docMk/>
            <pc:sldMk cId="2184256249" sldId="2147470091"/>
            <ac:spMk id="5" creationId="{4C3F554A-1C5D-72C4-D8C2-31AE8754AA1F}"/>
          </ac:spMkLst>
        </pc:spChg>
        <pc:spChg chg="add mod">
          <ac:chgData name="Vandana Tanu" userId="f8a3183f-0f8a-48e0-a634-d389e2dee82c" providerId="ADAL" clId="{6FEBB0E5-EF09-4003-8BF7-983C7B68A416}" dt="2026-03-17T00:39:05.066" v="1787"/>
          <ac:spMkLst>
            <pc:docMk/>
            <pc:sldMk cId="2184256249" sldId="2147470091"/>
            <ac:spMk id="6" creationId="{A3E324FC-E0C1-55CB-A002-3389B54743CB}"/>
          </ac:spMkLst>
        </pc:spChg>
        <pc:spChg chg="add del mod">
          <ac:chgData name="Vandana Tanu" userId="f8a3183f-0f8a-48e0-a634-d389e2dee82c" providerId="ADAL" clId="{6FEBB0E5-EF09-4003-8BF7-983C7B68A416}" dt="2026-03-17T00:42:24.842" v="1795" actId="478"/>
          <ac:spMkLst>
            <pc:docMk/>
            <pc:sldMk cId="2184256249" sldId="2147470091"/>
            <ac:spMk id="8" creationId="{EF8760DB-2C56-1E25-3425-FB2F5DE3FC51}"/>
          </ac:spMkLst>
        </pc:spChg>
        <pc:spChg chg="add mod">
          <ac:chgData name="Vandana Tanu" userId="f8a3183f-0f8a-48e0-a634-d389e2dee82c" providerId="ADAL" clId="{6FEBB0E5-EF09-4003-8BF7-983C7B68A416}" dt="2026-03-17T00:57:34.759" v="2321" actId="1076"/>
          <ac:spMkLst>
            <pc:docMk/>
            <pc:sldMk cId="2184256249" sldId="2147470091"/>
            <ac:spMk id="9" creationId="{2F4AE100-5238-3936-3BC6-D1CF9FE623E8}"/>
          </ac:spMkLst>
        </pc:spChg>
      </pc:sldChg>
      <pc:sldChg chg="addSp delSp modSp new mod ord modNotesTx">
        <pc:chgData name="Vandana Tanu" userId="f8a3183f-0f8a-48e0-a634-d389e2dee82c" providerId="ADAL" clId="{6FEBB0E5-EF09-4003-8BF7-983C7B68A416}" dt="2026-03-17T02:09:42.161" v="3493" actId="20577"/>
        <pc:sldMkLst>
          <pc:docMk/>
          <pc:sldMk cId="3969315727" sldId="2147470092"/>
        </pc:sldMkLst>
        <pc:spChg chg="del">
          <ac:chgData name="Vandana Tanu" userId="f8a3183f-0f8a-48e0-a634-d389e2dee82c" providerId="ADAL" clId="{6FEBB0E5-EF09-4003-8BF7-983C7B68A416}" dt="2026-03-17T00:46:59.707" v="1925" actId="478"/>
          <ac:spMkLst>
            <pc:docMk/>
            <pc:sldMk cId="3969315727" sldId="2147470092"/>
            <ac:spMk id="2" creationId="{FF7100CB-4F4C-3E7D-4660-399693B4D543}"/>
          </ac:spMkLst>
        </pc:spChg>
        <pc:spChg chg="del">
          <ac:chgData name="Vandana Tanu" userId="f8a3183f-0f8a-48e0-a634-d389e2dee82c" providerId="ADAL" clId="{6FEBB0E5-EF09-4003-8BF7-983C7B68A416}" dt="2026-03-17T00:42:16.009" v="1793" actId="478"/>
          <ac:spMkLst>
            <pc:docMk/>
            <pc:sldMk cId="3969315727" sldId="2147470092"/>
            <ac:spMk id="3" creationId="{7E365CD1-95A7-E22A-FF91-8C18073D5EF0}"/>
          </ac:spMkLst>
        </pc:spChg>
        <pc:spChg chg="add mod">
          <ac:chgData name="Vandana Tanu" userId="f8a3183f-0f8a-48e0-a634-d389e2dee82c" providerId="ADAL" clId="{6FEBB0E5-EF09-4003-8BF7-983C7B68A416}" dt="2026-03-17T01:10:41.051" v="2362" actId="6549"/>
          <ac:spMkLst>
            <pc:docMk/>
            <pc:sldMk cId="3969315727" sldId="2147470092"/>
            <ac:spMk id="4" creationId="{BE84AF09-B019-0D6C-2C4D-6614D17AE0F1}"/>
          </ac:spMkLst>
        </pc:spChg>
        <pc:spChg chg="add mod">
          <ac:chgData name="Vandana Tanu" userId="f8a3183f-0f8a-48e0-a634-d389e2dee82c" providerId="ADAL" clId="{6FEBB0E5-EF09-4003-8BF7-983C7B68A416}" dt="2026-03-17T00:53:14.002" v="2181" actId="14100"/>
          <ac:spMkLst>
            <pc:docMk/>
            <pc:sldMk cId="3969315727" sldId="2147470092"/>
            <ac:spMk id="5" creationId="{293ECB5E-CA35-4F8F-5F03-A6AD323D9F41}"/>
          </ac:spMkLst>
        </pc:spChg>
        <pc:spChg chg="add mod">
          <ac:chgData name="Vandana Tanu" userId="f8a3183f-0f8a-48e0-a634-d389e2dee82c" providerId="ADAL" clId="{6FEBB0E5-EF09-4003-8BF7-983C7B68A416}" dt="2026-03-17T01:07:38.588" v="2332" actId="1076"/>
          <ac:spMkLst>
            <pc:docMk/>
            <pc:sldMk cId="3969315727" sldId="2147470092"/>
            <ac:spMk id="6" creationId="{4C3F554A-1C5D-72C4-D8C2-31AE8754AA1F}"/>
          </ac:spMkLst>
        </pc:spChg>
      </pc:sldChg>
      <pc:sldChg chg="addSp delSp modSp new mod">
        <pc:chgData name="Vandana Tanu" userId="f8a3183f-0f8a-48e0-a634-d389e2dee82c" providerId="ADAL" clId="{6FEBB0E5-EF09-4003-8BF7-983C7B68A416}" dt="2026-03-17T02:15:24.036" v="3563" actId="13926"/>
        <pc:sldMkLst>
          <pc:docMk/>
          <pc:sldMk cId="163020690" sldId="2147470093"/>
        </pc:sldMkLst>
        <pc:spChg chg="del">
          <ac:chgData name="Vandana Tanu" userId="f8a3183f-0f8a-48e0-a634-d389e2dee82c" providerId="ADAL" clId="{6FEBB0E5-EF09-4003-8BF7-983C7B68A416}" dt="2026-03-17T01:08:25.984" v="2337" actId="478"/>
          <ac:spMkLst>
            <pc:docMk/>
            <pc:sldMk cId="163020690" sldId="2147470093"/>
            <ac:spMk id="2" creationId="{07FB62E0-9590-3962-2924-42B42AD003E1}"/>
          </ac:spMkLst>
        </pc:spChg>
        <pc:spChg chg="del">
          <ac:chgData name="Vandana Tanu" userId="f8a3183f-0f8a-48e0-a634-d389e2dee82c" providerId="ADAL" clId="{6FEBB0E5-EF09-4003-8BF7-983C7B68A416}" dt="2026-03-17T01:08:36.070" v="2345" actId="478"/>
          <ac:spMkLst>
            <pc:docMk/>
            <pc:sldMk cId="163020690" sldId="2147470093"/>
            <ac:spMk id="3" creationId="{BF11D56E-42C4-C8D0-EB4A-1A6A17107017}"/>
          </ac:spMkLst>
        </pc:spChg>
        <pc:spChg chg="add mod">
          <ac:chgData name="Vandana Tanu" userId="f8a3183f-0f8a-48e0-a634-d389e2dee82c" providerId="ADAL" clId="{6FEBB0E5-EF09-4003-8BF7-983C7B68A416}" dt="2026-03-17T01:13:59.453" v="2379" actId="1076"/>
          <ac:spMkLst>
            <pc:docMk/>
            <pc:sldMk cId="163020690" sldId="2147470093"/>
            <ac:spMk id="4" creationId="{51E2F1BA-DD53-D2FC-4000-AB4127A72B71}"/>
          </ac:spMkLst>
        </pc:spChg>
        <pc:spChg chg="add">
          <ac:chgData name="Vandana Tanu" userId="f8a3183f-0f8a-48e0-a634-d389e2dee82c" providerId="ADAL" clId="{6FEBB0E5-EF09-4003-8BF7-983C7B68A416}" dt="2026-03-17T01:12:41.974" v="2363"/>
          <ac:spMkLst>
            <pc:docMk/>
            <pc:sldMk cId="163020690" sldId="2147470093"/>
            <ac:spMk id="5" creationId="{08667073-1123-6419-6494-1FFB72B00F69}"/>
          </ac:spMkLst>
        </pc:spChg>
        <pc:spChg chg="add del mod">
          <ac:chgData name="Vandana Tanu" userId="f8a3183f-0f8a-48e0-a634-d389e2dee82c" providerId="ADAL" clId="{6FEBB0E5-EF09-4003-8BF7-983C7B68A416}" dt="2026-03-17T01:13:10.882" v="2368"/>
          <ac:spMkLst>
            <pc:docMk/>
            <pc:sldMk cId="163020690" sldId="2147470093"/>
            <ac:spMk id="6" creationId="{C40EE6C2-E61F-D242-4F24-2E559BA59DD2}"/>
          </ac:spMkLst>
        </pc:spChg>
        <pc:spChg chg="add">
          <ac:chgData name="Vandana Tanu" userId="f8a3183f-0f8a-48e0-a634-d389e2dee82c" providerId="ADAL" clId="{6FEBB0E5-EF09-4003-8BF7-983C7B68A416}" dt="2026-03-17T01:12:57.721" v="2365"/>
          <ac:spMkLst>
            <pc:docMk/>
            <pc:sldMk cId="163020690" sldId="2147470093"/>
            <ac:spMk id="7" creationId="{764FE2EC-089D-06DD-5454-2728E114D67D}"/>
          </ac:spMkLst>
        </pc:spChg>
        <pc:spChg chg="add mod">
          <ac:chgData name="Vandana Tanu" userId="f8a3183f-0f8a-48e0-a634-d389e2dee82c" providerId="ADAL" clId="{6FEBB0E5-EF09-4003-8BF7-983C7B68A416}" dt="2026-03-17T02:15:24.036" v="3563" actId="13926"/>
          <ac:spMkLst>
            <pc:docMk/>
            <pc:sldMk cId="163020690" sldId="2147470093"/>
            <ac:spMk id="8" creationId="{E7CE3015-46AB-ABC8-3441-AA53B9E6F9B1}"/>
          </ac:spMkLst>
        </pc:spChg>
      </pc:sldChg>
      <pc:sldChg chg="add del">
        <pc:chgData name="Vandana Tanu" userId="f8a3183f-0f8a-48e0-a634-d389e2dee82c" providerId="ADAL" clId="{6FEBB0E5-EF09-4003-8BF7-983C7B68A416}" dt="2026-03-17T00:55:21.581" v="2204"/>
        <pc:sldMkLst>
          <pc:docMk/>
          <pc:sldMk cId="1576453069" sldId="2147470094"/>
        </pc:sldMkLst>
      </pc:sldChg>
      <pc:sldChg chg="addSp delSp modSp new mod modNotesTx">
        <pc:chgData name="Vandana Tanu" userId="f8a3183f-0f8a-48e0-a634-d389e2dee82c" providerId="ADAL" clId="{6FEBB0E5-EF09-4003-8BF7-983C7B68A416}" dt="2026-03-17T01:38:26.083" v="2623" actId="6549"/>
        <pc:sldMkLst>
          <pc:docMk/>
          <pc:sldMk cId="4026884713" sldId="2147470094"/>
        </pc:sldMkLst>
        <pc:spChg chg="mod">
          <ac:chgData name="Vandana Tanu" userId="f8a3183f-0f8a-48e0-a634-d389e2dee82c" providerId="ADAL" clId="{6FEBB0E5-EF09-4003-8BF7-983C7B68A416}" dt="2026-03-17T01:37:24.549" v="2622" actId="20577"/>
          <ac:spMkLst>
            <pc:docMk/>
            <pc:sldMk cId="4026884713" sldId="2147470094"/>
            <ac:spMk id="2" creationId="{C0A998F7-DE6A-23A7-4A61-3505167D0216}"/>
          </ac:spMkLst>
        </pc:spChg>
        <pc:spChg chg="del">
          <ac:chgData name="Vandana Tanu" userId="f8a3183f-0f8a-48e0-a634-d389e2dee82c" providerId="ADAL" clId="{6FEBB0E5-EF09-4003-8BF7-983C7B68A416}" dt="2026-03-17T01:18:00.411" v="2425" actId="478"/>
          <ac:spMkLst>
            <pc:docMk/>
            <pc:sldMk cId="4026884713" sldId="2147470094"/>
            <ac:spMk id="3" creationId="{DC6E2E99-A5B0-C489-BE87-257128815919}"/>
          </ac:spMkLst>
        </pc:spChg>
        <pc:spChg chg="add mod">
          <ac:chgData name="Vandana Tanu" userId="f8a3183f-0f8a-48e0-a634-d389e2dee82c" providerId="ADAL" clId="{6FEBB0E5-EF09-4003-8BF7-983C7B68A416}" dt="2026-03-17T01:36:57.608" v="2610" actId="1076"/>
          <ac:spMkLst>
            <pc:docMk/>
            <pc:sldMk cId="4026884713" sldId="2147470094"/>
            <ac:spMk id="5" creationId="{3A7EE14B-931D-1E62-A749-28413AE1EA06}"/>
          </ac:spMkLst>
        </pc:spChg>
        <pc:spChg chg="add mod">
          <ac:chgData name="Vandana Tanu" userId="f8a3183f-0f8a-48e0-a634-d389e2dee82c" providerId="ADAL" clId="{6FEBB0E5-EF09-4003-8BF7-983C7B68A416}" dt="2026-03-17T01:37:11.516" v="2613" actId="1076"/>
          <ac:spMkLst>
            <pc:docMk/>
            <pc:sldMk cId="4026884713" sldId="2147470094"/>
            <ac:spMk id="7" creationId="{E99CCA9D-9BF0-BF21-8BA6-3B1365C5A1E5}"/>
          </ac:spMkLst>
        </pc:spChg>
        <pc:spChg chg="add mod">
          <ac:chgData name="Vandana Tanu" userId="f8a3183f-0f8a-48e0-a634-d389e2dee82c" providerId="ADAL" clId="{6FEBB0E5-EF09-4003-8BF7-983C7B68A416}" dt="2026-03-17T01:37:17.600" v="2615" actId="1076"/>
          <ac:spMkLst>
            <pc:docMk/>
            <pc:sldMk cId="4026884713" sldId="2147470094"/>
            <ac:spMk id="9" creationId="{46ACF1E9-34D6-3D55-58E3-911108F1BD52}"/>
          </ac:spMkLst>
        </pc:spChg>
        <pc:spChg chg="add mod">
          <ac:chgData name="Vandana Tanu" userId="f8a3183f-0f8a-48e0-a634-d389e2dee82c" providerId="ADAL" clId="{6FEBB0E5-EF09-4003-8BF7-983C7B68A416}" dt="2026-03-17T01:37:01.857" v="2611" actId="14100"/>
          <ac:spMkLst>
            <pc:docMk/>
            <pc:sldMk cId="4026884713" sldId="2147470094"/>
            <ac:spMk id="10" creationId="{24166FE8-B40A-F68D-6039-6215EFC5AF94}"/>
          </ac:spMkLst>
        </pc:spChg>
      </pc:sldChg>
      <pc:sldChg chg="modSp new mod ord modNotesTx">
        <pc:chgData name="Vandana Tanu" userId="f8a3183f-0f8a-48e0-a634-d389e2dee82c" providerId="ADAL" clId="{6FEBB0E5-EF09-4003-8BF7-983C7B68A416}" dt="2026-03-17T02:02:34.677" v="3216" actId="20577"/>
        <pc:sldMkLst>
          <pc:docMk/>
          <pc:sldMk cId="1703080555" sldId="2147470095"/>
        </pc:sldMkLst>
        <pc:spChg chg="mod">
          <ac:chgData name="Vandana Tanu" userId="f8a3183f-0f8a-48e0-a634-d389e2dee82c" providerId="ADAL" clId="{6FEBB0E5-EF09-4003-8BF7-983C7B68A416}" dt="2026-03-17T02:02:34.677" v="3216" actId="20577"/>
          <ac:spMkLst>
            <pc:docMk/>
            <pc:sldMk cId="1703080555" sldId="2147470095"/>
            <ac:spMk id="2" creationId="{DAF4736F-B7C0-3452-757A-FCC6913085B2}"/>
          </ac:spMkLst>
        </pc:spChg>
        <pc:spChg chg="mod">
          <ac:chgData name="Vandana Tanu" userId="f8a3183f-0f8a-48e0-a634-d389e2dee82c" providerId="ADAL" clId="{6FEBB0E5-EF09-4003-8BF7-983C7B68A416}" dt="2026-03-17T01:59:47.901" v="3171" actId="6549"/>
          <ac:spMkLst>
            <pc:docMk/>
            <pc:sldMk cId="1703080555" sldId="2147470095"/>
            <ac:spMk id="3" creationId="{A912B752-F626-F145-298F-F2C794574CAD}"/>
          </ac:spMkLst>
        </pc:spChg>
      </pc:sldChg>
      <pc:sldChg chg="addSp delSp modSp add mod">
        <pc:chgData name="Vandana Tanu" userId="f8a3183f-0f8a-48e0-a634-d389e2dee82c" providerId="ADAL" clId="{6FEBB0E5-EF09-4003-8BF7-983C7B68A416}" dt="2026-03-17T01:43:14.867" v="2700"/>
        <pc:sldMkLst>
          <pc:docMk/>
          <pc:sldMk cId="1165632046" sldId="2147470096"/>
        </pc:sldMkLst>
        <pc:spChg chg="mod">
          <ac:chgData name="Vandana Tanu" userId="f8a3183f-0f8a-48e0-a634-d389e2dee82c" providerId="ADAL" clId="{6FEBB0E5-EF09-4003-8BF7-983C7B68A416}" dt="2026-03-17T01:42:51.279" v="2698" actId="20577"/>
          <ac:spMkLst>
            <pc:docMk/>
            <pc:sldMk cId="1165632046" sldId="2147470096"/>
            <ac:spMk id="3" creationId="{5436524E-6AEF-EA46-C14E-924CAA746E09}"/>
          </ac:spMkLst>
        </pc:spChg>
        <pc:spChg chg="add del mod">
          <ac:chgData name="Vandana Tanu" userId="f8a3183f-0f8a-48e0-a634-d389e2dee82c" providerId="ADAL" clId="{6FEBB0E5-EF09-4003-8BF7-983C7B68A416}" dt="2026-03-17T01:26:37.473" v="2508"/>
          <ac:spMkLst>
            <pc:docMk/>
            <pc:sldMk cId="1165632046" sldId="2147470096"/>
            <ac:spMk id="4" creationId="{D2E369A1-9AA5-E239-3EAD-7901920188EF}"/>
          </ac:spMkLst>
        </pc:spChg>
        <pc:spChg chg="add">
          <ac:chgData name="Vandana Tanu" userId="f8a3183f-0f8a-48e0-a634-d389e2dee82c" providerId="ADAL" clId="{6FEBB0E5-EF09-4003-8BF7-983C7B68A416}" dt="2026-03-17T01:39:41.048" v="2637"/>
          <ac:spMkLst>
            <pc:docMk/>
            <pc:sldMk cId="1165632046" sldId="2147470096"/>
            <ac:spMk id="5" creationId="{5922523C-05AB-FBC2-9592-1D1EA4A9555D}"/>
          </ac:spMkLst>
        </pc:spChg>
        <pc:spChg chg="add mod">
          <ac:chgData name="Vandana Tanu" userId="f8a3183f-0f8a-48e0-a634-d389e2dee82c" providerId="ADAL" clId="{6FEBB0E5-EF09-4003-8BF7-983C7B68A416}" dt="2026-03-17T01:39:46.724" v="2639"/>
          <ac:spMkLst>
            <pc:docMk/>
            <pc:sldMk cId="1165632046" sldId="2147470096"/>
            <ac:spMk id="6" creationId="{1C623169-8460-64C9-287A-2E8C11D75C28}"/>
          </ac:spMkLst>
        </pc:spChg>
        <pc:spChg chg="add del mod">
          <ac:chgData name="Vandana Tanu" userId="f8a3183f-0f8a-48e0-a634-d389e2dee82c" providerId="ADAL" clId="{6FEBB0E5-EF09-4003-8BF7-983C7B68A416}" dt="2026-03-17T01:43:14.867" v="2700"/>
          <ac:spMkLst>
            <pc:docMk/>
            <pc:sldMk cId="1165632046" sldId="2147470096"/>
            <ac:spMk id="7" creationId="{ED92368F-34C4-4042-FF49-37BF3D1F8EDB}"/>
          </ac:spMkLst>
        </pc:spChg>
      </pc:sldChg>
      <pc:sldChg chg="addSp delSp modSp new mod">
        <pc:chgData name="Vandana Tanu" userId="f8a3183f-0f8a-48e0-a634-d389e2dee82c" providerId="ADAL" clId="{6FEBB0E5-EF09-4003-8BF7-983C7B68A416}" dt="2026-03-17T02:02:29.348" v="3213" actId="20577"/>
        <pc:sldMkLst>
          <pc:docMk/>
          <pc:sldMk cId="4033372240" sldId="2147470097"/>
        </pc:sldMkLst>
        <pc:spChg chg="mod">
          <ac:chgData name="Vandana Tanu" userId="f8a3183f-0f8a-48e0-a634-d389e2dee82c" providerId="ADAL" clId="{6FEBB0E5-EF09-4003-8BF7-983C7B68A416}" dt="2026-03-17T02:02:29.348" v="3213" actId="20577"/>
          <ac:spMkLst>
            <pc:docMk/>
            <pc:sldMk cId="4033372240" sldId="2147470097"/>
            <ac:spMk id="2" creationId="{A6DA0EAF-E6C8-637F-35B6-C9F989A8208F}"/>
          </ac:spMkLst>
        </pc:spChg>
        <pc:spChg chg="add del mod">
          <ac:chgData name="Vandana Tanu" userId="f8a3183f-0f8a-48e0-a634-d389e2dee82c" providerId="ADAL" clId="{6FEBB0E5-EF09-4003-8BF7-983C7B68A416}" dt="2026-03-17T01:44:19.805" v="2733" actId="20577"/>
          <ac:spMkLst>
            <pc:docMk/>
            <pc:sldMk cId="4033372240" sldId="2147470097"/>
            <ac:spMk id="3" creationId="{E8F8C071-19F5-34A7-9DD8-8EC00F78F998}"/>
          </ac:spMkLst>
        </pc:spChg>
        <pc:spChg chg="add mod">
          <ac:chgData name="Vandana Tanu" userId="f8a3183f-0f8a-48e0-a634-d389e2dee82c" providerId="ADAL" clId="{6FEBB0E5-EF09-4003-8BF7-983C7B68A416}" dt="2026-03-17T01:43:39.552" v="2727"/>
          <ac:spMkLst>
            <pc:docMk/>
            <pc:sldMk cId="4033372240" sldId="2147470097"/>
            <ac:spMk id="4" creationId="{ECDEEB86-9B0F-0D72-75BC-7ED88B0C8CC5}"/>
          </ac:spMkLst>
        </pc:spChg>
        <pc:spChg chg="add mod">
          <ac:chgData name="Vandana Tanu" userId="f8a3183f-0f8a-48e0-a634-d389e2dee82c" providerId="ADAL" clId="{6FEBB0E5-EF09-4003-8BF7-983C7B68A416}" dt="2026-03-17T01:44:50.485" v="2740" actId="1076"/>
          <ac:spMkLst>
            <pc:docMk/>
            <pc:sldMk cId="4033372240" sldId="2147470097"/>
            <ac:spMk id="5" creationId="{9034C10F-F07D-9457-2631-9E0C79E6E77B}"/>
          </ac:spMkLst>
        </pc:spChg>
      </pc:sldChg>
      <pc:sldChg chg="modSp new mod">
        <pc:chgData name="Vandana Tanu" userId="f8a3183f-0f8a-48e0-a634-d389e2dee82c" providerId="ADAL" clId="{6FEBB0E5-EF09-4003-8BF7-983C7B68A416}" dt="2026-03-17T02:02:39.845" v="3219" actId="20577"/>
        <pc:sldMkLst>
          <pc:docMk/>
          <pc:sldMk cId="458134385" sldId="2147470098"/>
        </pc:sldMkLst>
        <pc:spChg chg="mod">
          <ac:chgData name="Vandana Tanu" userId="f8a3183f-0f8a-48e0-a634-d389e2dee82c" providerId="ADAL" clId="{6FEBB0E5-EF09-4003-8BF7-983C7B68A416}" dt="2026-03-17T02:02:39.845" v="3219" actId="20577"/>
          <ac:spMkLst>
            <pc:docMk/>
            <pc:sldMk cId="458134385" sldId="2147470098"/>
            <ac:spMk id="2" creationId="{B91B1FA6-BC76-7993-5D6A-41E017B3CADC}"/>
          </ac:spMkLst>
        </pc:spChg>
      </pc:sldChg>
      <pc:sldChg chg="modSp add mod">
        <pc:chgData name="Vandana Tanu" userId="f8a3183f-0f8a-48e0-a634-d389e2dee82c" providerId="ADAL" clId="{6FEBB0E5-EF09-4003-8BF7-983C7B68A416}" dt="2026-03-17T02:02:43.555" v="3222" actId="20577"/>
        <pc:sldMkLst>
          <pc:docMk/>
          <pc:sldMk cId="3693138052" sldId="2147470099"/>
        </pc:sldMkLst>
        <pc:spChg chg="mod">
          <ac:chgData name="Vandana Tanu" userId="f8a3183f-0f8a-48e0-a634-d389e2dee82c" providerId="ADAL" clId="{6FEBB0E5-EF09-4003-8BF7-983C7B68A416}" dt="2026-03-17T02:02:43.555" v="3222" actId="20577"/>
          <ac:spMkLst>
            <pc:docMk/>
            <pc:sldMk cId="3693138052" sldId="2147470099"/>
            <ac:spMk id="2" creationId="{C08844B5-F853-F3D0-AFA9-741E3552C967}"/>
          </ac:spMkLst>
        </pc:spChg>
        <pc:spChg chg="mod">
          <ac:chgData name="Vandana Tanu" userId="f8a3183f-0f8a-48e0-a634-d389e2dee82c" providerId="ADAL" clId="{6FEBB0E5-EF09-4003-8BF7-983C7B68A416}" dt="2026-03-17T02:02:02.745" v="3208" actId="6549"/>
          <ac:spMkLst>
            <pc:docMk/>
            <pc:sldMk cId="3693138052" sldId="2147470099"/>
            <ac:spMk id="3" creationId="{24E66F41-E4B3-8B8F-D7C0-C357E3CDD606}"/>
          </ac:spMkLst>
        </pc:spChg>
      </pc:sldChg>
      <pc:sldChg chg="modSp new mod">
        <pc:chgData name="Vandana Tanu" userId="f8a3183f-0f8a-48e0-a634-d389e2dee82c" providerId="ADAL" clId="{6FEBB0E5-EF09-4003-8BF7-983C7B68A416}" dt="2026-03-17T02:02:50.903" v="3226" actId="14100"/>
        <pc:sldMkLst>
          <pc:docMk/>
          <pc:sldMk cId="1014621112" sldId="2147470100"/>
        </pc:sldMkLst>
        <pc:spChg chg="mod">
          <ac:chgData name="Vandana Tanu" userId="f8a3183f-0f8a-48e0-a634-d389e2dee82c" providerId="ADAL" clId="{6FEBB0E5-EF09-4003-8BF7-983C7B68A416}" dt="2026-03-17T02:02:50.903" v="3226" actId="14100"/>
          <ac:spMkLst>
            <pc:docMk/>
            <pc:sldMk cId="1014621112" sldId="2147470100"/>
            <ac:spMk id="2" creationId="{28134DAF-8DAB-ED0C-D3E6-AE2D59046265}"/>
          </ac:spMkLst>
        </pc:spChg>
        <pc:spChg chg="mod">
          <ac:chgData name="Vandana Tanu" userId="f8a3183f-0f8a-48e0-a634-d389e2dee82c" providerId="ADAL" clId="{6FEBB0E5-EF09-4003-8BF7-983C7B68A416}" dt="2026-03-17T01:59:17.072" v="3170" actId="14100"/>
          <ac:spMkLst>
            <pc:docMk/>
            <pc:sldMk cId="1014621112" sldId="2147470100"/>
            <ac:spMk id="3" creationId="{8B15952C-9F11-9D4E-0B3E-E02FF46D5D4E}"/>
          </ac:spMkLst>
        </pc:spChg>
      </pc:sldChg>
      <pc:sldChg chg="modSp new mod">
        <pc:chgData name="Vandana Tanu" userId="f8a3183f-0f8a-48e0-a634-d389e2dee82c" providerId="ADAL" clId="{6FEBB0E5-EF09-4003-8BF7-983C7B68A416}" dt="2026-03-17T02:02:57.862" v="3230" actId="14100"/>
        <pc:sldMkLst>
          <pc:docMk/>
          <pc:sldMk cId="3274442884" sldId="2147470101"/>
        </pc:sldMkLst>
        <pc:spChg chg="mod">
          <ac:chgData name="Vandana Tanu" userId="f8a3183f-0f8a-48e0-a634-d389e2dee82c" providerId="ADAL" clId="{6FEBB0E5-EF09-4003-8BF7-983C7B68A416}" dt="2026-03-17T02:02:57.862" v="3230" actId="14100"/>
          <ac:spMkLst>
            <pc:docMk/>
            <pc:sldMk cId="3274442884" sldId="2147470101"/>
            <ac:spMk id="2" creationId="{12A0FCF9-6C05-FB52-914C-C14676E56388}"/>
          </ac:spMkLst>
        </pc:spChg>
        <pc:spChg chg="mod">
          <ac:chgData name="Vandana Tanu" userId="f8a3183f-0f8a-48e0-a634-d389e2dee82c" providerId="ADAL" clId="{6FEBB0E5-EF09-4003-8BF7-983C7B68A416}" dt="2026-03-17T02:00:57.221" v="3183" actId="1076"/>
          <ac:spMkLst>
            <pc:docMk/>
            <pc:sldMk cId="3274442884" sldId="2147470101"/>
            <ac:spMk id="3" creationId="{552CA36B-2387-242E-D803-E49B8B30327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40D29B-3710-485A-A595-9A9BE27CDE8E}" type="datetimeFigureOut">
              <a:rPr lang="en-US" smtClean="0"/>
              <a:t>3/13/2026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FEC9E0-42FA-425F-A3AA-20A5768C7FE7}" type="slidenum">
              <a:rPr lang="en-US" smtClean="0"/>
              <a:t>‹#›</a:t>
            </a:fld>
            <a:endParaRPr lang="en-US" dirty="0"/>
          </a:p>
        </p:txBody>
      </p:sp>
    </p:spTree>
    <p:extLst>
      <p:ext uri="{BB962C8B-B14F-4D97-AF65-F5344CB8AC3E}">
        <p14:creationId xmlns:p14="http://schemas.microsoft.com/office/powerpoint/2010/main" val="3727934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FEC9E0-42FA-425F-A3AA-20A5768C7FE7}" type="slidenum">
              <a:rPr lang="en-US" smtClean="0"/>
              <a:t>1</a:t>
            </a:fld>
            <a:endParaRPr lang="en-US" dirty="0"/>
          </a:p>
        </p:txBody>
      </p:sp>
    </p:spTree>
    <p:extLst>
      <p:ext uri="{BB962C8B-B14F-4D97-AF65-F5344CB8AC3E}">
        <p14:creationId xmlns:p14="http://schemas.microsoft.com/office/powerpoint/2010/main" val="70585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In this demo today we </a:t>
            </a:r>
            <a:r>
              <a:rPr lang="en-US" dirty="0" err="1"/>
              <a:t>ll</a:t>
            </a:r>
            <a:r>
              <a:rPr lang="en-US" dirty="0"/>
              <a:t> answer to Why , What and How.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There are a lot of Fraud detecting systems today, but Fraudsters still commit Fraud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For today’s demo purposes Lets take DME as an example, as it combines a high payment-integrity risk rate with a strong history of large, sophisticated fraud schemes</a:t>
            </a:r>
          </a:p>
          <a:p>
            <a:endParaRPr lang="en-US" dirty="0"/>
          </a:p>
          <a:p>
            <a:endParaRPr lang="en-US" dirty="0"/>
          </a:p>
        </p:txBody>
      </p:sp>
      <p:sp>
        <p:nvSpPr>
          <p:cNvPr id="4" name="Slide Number Placeholder 3"/>
          <p:cNvSpPr>
            <a:spLocks noGrp="1"/>
          </p:cNvSpPr>
          <p:nvPr>
            <p:ph type="sldNum" sz="quarter" idx="5"/>
          </p:nvPr>
        </p:nvSpPr>
        <p:spPr/>
        <p:txBody>
          <a:bodyPr/>
          <a:lstStyle/>
          <a:p>
            <a:fld id="{A9FEC9E0-42FA-425F-A3AA-20A5768C7FE7}" type="slidenum">
              <a:rPr lang="en-US" smtClean="0"/>
              <a:t>2</a:t>
            </a:fld>
            <a:endParaRPr lang="en-US" dirty="0"/>
          </a:p>
        </p:txBody>
      </p:sp>
    </p:spTree>
    <p:extLst>
      <p:ext uri="{BB962C8B-B14F-4D97-AF65-F5344CB8AC3E}">
        <p14:creationId xmlns:p14="http://schemas.microsoft.com/office/powerpoint/2010/main" val="3509635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system around NPI and thresholds patterns they hide behind … multiple entities, hidden ownership, distributed billing patterns. So what is the solution? </a:t>
            </a:r>
          </a:p>
        </p:txBody>
      </p:sp>
      <p:sp>
        <p:nvSpPr>
          <p:cNvPr id="4" name="Slide Number Placeholder 3"/>
          <p:cNvSpPr>
            <a:spLocks noGrp="1"/>
          </p:cNvSpPr>
          <p:nvPr>
            <p:ph type="sldNum" sz="quarter" idx="5"/>
          </p:nvPr>
        </p:nvSpPr>
        <p:spPr/>
        <p:txBody>
          <a:bodyPr/>
          <a:lstStyle/>
          <a:p>
            <a:fld id="{A9FEC9E0-42FA-425F-A3AA-20A5768C7FE7}" type="slidenum">
              <a:rPr lang="en-US" smtClean="0"/>
              <a:t>7</a:t>
            </a:fld>
            <a:endParaRPr lang="en-US" dirty="0"/>
          </a:p>
        </p:txBody>
      </p:sp>
    </p:spTree>
    <p:extLst>
      <p:ext uri="{BB962C8B-B14F-4D97-AF65-F5344CB8AC3E}">
        <p14:creationId xmlns:p14="http://schemas.microsoft.com/office/powerpoint/2010/main" val="3252949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FEC9E0-42FA-425F-A3AA-20A5768C7FE7}" type="slidenum">
              <a:rPr lang="en-US" smtClean="0"/>
              <a:t>10</a:t>
            </a:fld>
            <a:endParaRPr lang="en-US" dirty="0"/>
          </a:p>
        </p:txBody>
      </p:sp>
    </p:spTree>
    <p:extLst>
      <p:ext uri="{BB962C8B-B14F-4D97-AF65-F5344CB8AC3E}">
        <p14:creationId xmlns:p14="http://schemas.microsoft.com/office/powerpoint/2010/main" val="1633786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traditional threshold-based approach may stop at the supplier level and miss this entirely, because no one supplier is extreme enough. Our solution looks at the broader pattern across entities.”</a:t>
            </a:r>
          </a:p>
        </p:txBody>
      </p:sp>
      <p:sp>
        <p:nvSpPr>
          <p:cNvPr id="4" name="Slide Number Placeholder 3"/>
          <p:cNvSpPr>
            <a:spLocks noGrp="1"/>
          </p:cNvSpPr>
          <p:nvPr>
            <p:ph type="sldNum" sz="quarter" idx="5"/>
          </p:nvPr>
        </p:nvSpPr>
        <p:spPr/>
        <p:txBody>
          <a:bodyPr/>
          <a:lstStyle/>
          <a:p>
            <a:fld id="{A9FEC9E0-42FA-425F-A3AA-20A5768C7FE7}" type="slidenum">
              <a:rPr lang="en-US" smtClean="0"/>
              <a:t>12</a:t>
            </a:fld>
            <a:endParaRPr lang="en-US" dirty="0"/>
          </a:p>
        </p:txBody>
      </p:sp>
    </p:spTree>
    <p:extLst>
      <p:ext uri="{BB962C8B-B14F-4D97-AF65-F5344CB8AC3E}">
        <p14:creationId xmlns:p14="http://schemas.microsoft.com/office/powerpoint/2010/main" val="548738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human in the loop becomes critical. Investigators can define suspicious patterns, refine anomaly thresholds, and test whether a multi-entity cluster truly warrants concern.”</a:t>
            </a:r>
          </a:p>
        </p:txBody>
      </p:sp>
      <p:sp>
        <p:nvSpPr>
          <p:cNvPr id="4" name="Slide Number Placeholder 3"/>
          <p:cNvSpPr>
            <a:spLocks noGrp="1"/>
          </p:cNvSpPr>
          <p:nvPr>
            <p:ph type="sldNum" sz="quarter" idx="5"/>
          </p:nvPr>
        </p:nvSpPr>
        <p:spPr/>
        <p:txBody>
          <a:bodyPr/>
          <a:lstStyle/>
          <a:p>
            <a:fld id="{A9FEC9E0-42FA-425F-A3AA-20A5768C7FE7}" type="slidenum">
              <a:rPr lang="en-US" smtClean="0"/>
              <a:t>13</a:t>
            </a:fld>
            <a:endParaRPr lang="en-US" dirty="0"/>
          </a:p>
        </p:txBody>
      </p:sp>
    </p:spTree>
    <p:extLst>
      <p:ext uri="{BB962C8B-B14F-4D97-AF65-F5344CB8AC3E}">
        <p14:creationId xmlns:p14="http://schemas.microsoft.com/office/powerpoint/2010/main" val="38616411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investigator can validate whether this is a meaningful concern, mark it for monitoring, send it for targeted review, or escalate it. The final decision remains with the analyst.</a:t>
            </a:r>
          </a:p>
        </p:txBody>
      </p:sp>
      <p:sp>
        <p:nvSpPr>
          <p:cNvPr id="4" name="Slide Number Placeholder 3"/>
          <p:cNvSpPr>
            <a:spLocks noGrp="1"/>
          </p:cNvSpPr>
          <p:nvPr>
            <p:ph type="sldNum" sz="quarter" idx="5"/>
          </p:nvPr>
        </p:nvSpPr>
        <p:spPr/>
        <p:txBody>
          <a:bodyPr/>
          <a:lstStyle/>
          <a:p>
            <a:fld id="{A9FEC9E0-42FA-425F-A3AA-20A5768C7FE7}" type="slidenum">
              <a:rPr lang="en-US" smtClean="0"/>
              <a:t>16</a:t>
            </a:fld>
            <a:endParaRPr lang="en-US" dirty="0"/>
          </a:p>
        </p:txBody>
      </p:sp>
    </p:spTree>
    <p:extLst>
      <p:ext uri="{BB962C8B-B14F-4D97-AF65-F5344CB8AC3E}">
        <p14:creationId xmlns:p14="http://schemas.microsoft.com/office/powerpoint/2010/main" val="41464645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A0E5B-BE1D-5047-BB3E-EBC00824F427}"/>
              </a:ext>
            </a:extLst>
          </p:cNvPr>
          <p:cNvSpPr>
            <a:spLocks noGrp="1"/>
          </p:cNvSpPr>
          <p:nvPr>
            <p:ph type="ctrTitle" hasCustomPrompt="1"/>
          </p:nvPr>
        </p:nvSpPr>
        <p:spPr>
          <a:xfrm>
            <a:off x="1588545" y="3634849"/>
            <a:ext cx="5414683" cy="774552"/>
          </a:xfrm>
        </p:spPr>
        <p:txBody>
          <a:bodyPr anchor="b">
            <a:noAutofit/>
          </a:bodyPr>
          <a:lstStyle>
            <a:lvl1pPr algn="ctr">
              <a:lnSpc>
                <a:spcPct val="100000"/>
              </a:lnSpc>
              <a:defRPr sz="4800"/>
            </a:lvl1pPr>
          </a:lstStyle>
          <a:p>
            <a:r>
              <a:rPr kumimoji="0" lang="en-MX" sz="4800" b="0" i="0" u="none" strike="noStrike" cap="none" spc="0" normalizeH="0" baseline="0">
                <a:ln>
                  <a:noFill/>
                </a:ln>
                <a:solidFill>
                  <a:srgbClr val="000000"/>
                </a:solidFill>
                <a:effectLst/>
                <a:uFillTx/>
                <a:latin typeface="Century Gothic" panose="020B0502020202020204" pitchFamily="34" charset="0"/>
                <a:sym typeface="Helvetica Neue"/>
              </a:rPr>
              <a:t>MAIN TITLE STYLE</a:t>
            </a:r>
            <a:endParaRPr lang="en-US"/>
          </a:p>
        </p:txBody>
      </p:sp>
      <p:pic>
        <p:nvPicPr>
          <p:cNvPr id="12" name="Picture 11">
            <a:extLst>
              <a:ext uri="{FF2B5EF4-FFF2-40B4-BE49-F238E27FC236}">
                <a16:creationId xmlns:a16="http://schemas.microsoft.com/office/drawing/2014/main" id="{F10E6660-BF68-1940-99ED-849AC1F528DF}"/>
              </a:ext>
            </a:extLst>
          </p:cNvPr>
          <p:cNvPicPr>
            <a:picLocks noChangeAspect="1"/>
          </p:cNvPicPr>
          <p:nvPr userDrawn="1"/>
        </p:nvPicPr>
        <p:blipFill rotWithShape="1">
          <a:blip r:embed="rId2"/>
          <a:srcRect t="4529" r="2608" b="2890"/>
          <a:stretch/>
        </p:blipFill>
        <p:spPr>
          <a:xfrm>
            <a:off x="2409713" y="-1"/>
            <a:ext cx="9782287" cy="6882827"/>
          </a:xfrm>
          <a:prstGeom prst="rect">
            <a:avLst/>
          </a:prstGeom>
        </p:spPr>
      </p:pic>
      <p:sp>
        <p:nvSpPr>
          <p:cNvPr id="3" name="Footer Placeholder 2">
            <a:extLst>
              <a:ext uri="{FF2B5EF4-FFF2-40B4-BE49-F238E27FC236}">
                <a16:creationId xmlns:a16="http://schemas.microsoft.com/office/drawing/2014/main" id="{576DC9F5-86A8-ECA6-26DB-92A7B38685F1}"/>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41627706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FCAFBC-97D2-CC44-A12B-1219DBB0DD78}"/>
              </a:ext>
            </a:extLst>
          </p:cNvPr>
          <p:cNvSpPr>
            <a:spLocks noGrp="1"/>
          </p:cNvSpPr>
          <p:nvPr>
            <p:ph type="title" hasCustomPrompt="1"/>
          </p:nvPr>
        </p:nvSpPr>
        <p:spPr>
          <a:xfrm>
            <a:off x="3191434" y="1280318"/>
            <a:ext cx="5697303" cy="1325563"/>
          </a:xfrm>
        </p:spPr>
        <p:txBody>
          <a:bodyPr>
            <a:noAutofit/>
          </a:bodyPr>
          <a:lstStyle>
            <a:lvl1pPr>
              <a:defRPr sz="4800"/>
            </a:lvl1pPr>
          </a:lstStyle>
          <a:p>
            <a:r>
              <a:rPr lang="en-US"/>
              <a:t>Table of Contents</a:t>
            </a:r>
          </a:p>
        </p:txBody>
      </p:sp>
      <p:sp>
        <p:nvSpPr>
          <p:cNvPr id="7" name="Content Placeholder 6">
            <a:extLst>
              <a:ext uri="{FF2B5EF4-FFF2-40B4-BE49-F238E27FC236}">
                <a16:creationId xmlns:a16="http://schemas.microsoft.com/office/drawing/2014/main" id="{6067F422-E422-1C42-A3B2-1250881BAAF8}"/>
              </a:ext>
            </a:extLst>
          </p:cNvPr>
          <p:cNvSpPr>
            <a:spLocks noGrp="1"/>
          </p:cNvSpPr>
          <p:nvPr>
            <p:ph sz="quarter" idx="10" hasCustomPrompt="1"/>
          </p:nvPr>
        </p:nvSpPr>
        <p:spPr>
          <a:xfrm>
            <a:off x="4873272" y="2745730"/>
            <a:ext cx="2333625" cy="2727325"/>
          </a:xfrm>
        </p:spPr>
        <p:txBody>
          <a:bodyPr/>
          <a:lstStyle>
            <a:lvl1pPr marL="457200" indent="-457200">
              <a:buClr>
                <a:srgbClr val="17ADBF"/>
              </a:buClr>
              <a:buFont typeface="Arial" panose="020B0604020202020204" pitchFamily="34" charset="0"/>
              <a:buChar char="•"/>
              <a:defRPr sz="2600"/>
            </a:lvl1pPr>
            <a:lvl2pPr marL="457200" indent="0">
              <a:buNone/>
              <a:defRPr/>
            </a:lvl2pPr>
          </a:lstStyle>
          <a:p>
            <a:pPr lvl="0"/>
            <a:r>
              <a:rPr lang="en-US"/>
              <a:t>Section 1</a:t>
            </a:r>
          </a:p>
          <a:p>
            <a:pPr lvl="0"/>
            <a:r>
              <a:rPr lang="en-US"/>
              <a:t>Section 2</a:t>
            </a:r>
          </a:p>
          <a:p>
            <a:pPr lvl="0"/>
            <a:r>
              <a:rPr lang="en-US"/>
              <a:t>Section 3</a:t>
            </a:r>
          </a:p>
          <a:p>
            <a:pPr lvl="0"/>
            <a:r>
              <a:rPr lang="en-US"/>
              <a:t>Section 4</a:t>
            </a:r>
          </a:p>
          <a:p>
            <a:pPr lvl="0"/>
            <a:r>
              <a:rPr lang="en-US"/>
              <a:t>Section 5</a:t>
            </a:r>
          </a:p>
          <a:p>
            <a:pPr lvl="0"/>
            <a:endParaRPr lang="en-US"/>
          </a:p>
        </p:txBody>
      </p:sp>
      <p:pic>
        <p:nvPicPr>
          <p:cNvPr id="8" name="Picture 7">
            <a:extLst>
              <a:ext uri="{FF2B5EF4-FFF2-40B4-BE49-F238E27FC236}">
                <a16:creationId xmlns:a16="http://schemas.microsoft.com/office/drawing/2014/main" id="{2D4160B6-4DAD-5F44-8C7C-18F1B07B263E}"/>
              </a:ext>
            </a:extLst>
          </p:cNvPr>
          <p:cNvPicPr>
            <a:picLocks noChangeAspect="1"/>
          </p:cNvPicPr>
          <p:nvPr userDrawn="1"/>
        </p:nvPicPr>
        <p:blipFill rotWithShape="1">
          <a:blip r:embed="rId2"/>
          <a:srcRect l="396" b="19932"/>
          <a:stretch/>
        </p:blipFill>
        <p:spPr>
          <a:xfrm flipH="1" flipV="1">
            <a:off x="6943588" y="0"/>
            <a:ext cx="5248412" cy="1943100"/>
          </a:xfrm>
          <a:prstGeom prst="rect">
            <a:avLst/>
          </a:prstGeom>
        </p:spPr>
      </p:pic>
      <p:pic>
        <p:nvPicPr>
          <p:cNvPr id="10" name="Picture 9">
            <a:extLst>
              <a:ext uri="{FF2B5EF4-FFF2-40B4-BE49-F238E27FC236}">
                <a16:creationId xmlns:a16="http://schemas.microsoft.com/office/drawing/2014/main" id="{77ED74B1-C5F8-3448-81D3-02C552DD07FF}"/>
              </a:ext>
            </a:extLst>
          </p:cNvPr>
          <p:cNvPicPr>
            <a:picLocks noChangeAspect="1"/>
          </p:cNvPicPr>
          <p:nvPr userDrawn="1"/>
        </p:nvPicPr>
        <p:blipFill rotWithShape="1">
          <a:blip r:embed="rId2"/>
          <a:srcRect l="396" b="19932"/>
          <a:stretch/>
        </p:blipFill>
        <p:spPr>
          <a:xfrm>
            <a:off x="0" y="4914900"/>
            <a:ext cx="5248412" cy="1943100"/>
          </a:xfrm>
          <a:prstGeom prst="rect">
            <a:avLst/>
          </a:prstGeom>
        </p:spPr>
      </p:pic>
    </p:spTree>
    <p:extLst>
      <p:ext uri="{BB962C8B-B14F-4D97-AF65-F5344CB8AC3E}">
        <p14:creationId xmlns:p14="http://schemas.microsoft.com/office/powerpoint/2010/main" val="2609705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40FA0-9CE3-E942-A8A3-1A1BFA548AFC}"/>
              </a:ext>
            </a:extLst>
          </p:cNvPr>
          <p:cNvSpPr>
            <a:spLocks noGrp="1"/>
          </p:cNvSpPr>
          <p:nvPr>
            <p:ph type="title" hasCustomPrompt="1"/>
          </p:nvPr>
        </p:nvSpPr>
        <p:spPr>
          <a:xfrm>
            <a:off x="5462648" y="3194463"/>
            <a:ext cx="6395440" cy="904875"/>
          </a:xfrm>
        </p:spPr>
        <p:txBody>
          <a:bodyPr anchor="b">
            <a:normAutofit/>
          </a:bodyPr>
          <a:lstStyle>
            <a:lvl1pPr>
              <a:defRPr sz="4800"/>
            </a:lvl1pPr>
          </a:lstStyle>
          <a:p>
            <a:r>
              <a:rPr lang="en-US"/>
              <a:t>Section Title</a:t>
            </a:r>
          </a:p>
        </p:txBody>
      </p:sp>
      <p:pic>
        <p:nvPicPr>
          <p:cNvPr id="7" name="Picture 6">
            <a:extLst>
              <a:ext uri="{FF2B5EF4-FFF2-40B4-BE49-F238E27FC236}">
                <a16:creationId xmlns:a16="http://schemas.microsoft.com/office/drawing/2014/main" id="{40B8B3F9-C532-1A4A-A0B5-683E8F33A16F}"/>
              </a:ext>
            </a:extLst>
          </p:cNvPr>
          <p:cNvPicPr>
            <a:picLocks noChangeAspect="1"/>
          </p:cNvPicPr>
          <p:nvPr userDrawn="1"/>
        </p:nvPicPr>
        <p:blipFill rotWithShape="1">
          <a:blip r:embed="rId2"/>
          <a:srcRect l="3852" b="3333"/>
          <a:stretch/>
        </p:blipFill>
        <p:spPr>
          <a:xfrm>
            <a:off x="-130628" y="-233867"/>
            <a:ext cx="3230089" cy="7259849"/>
          </a:xfrm>
          <a:prstGeom prst="rect">
            <a:avLst/>
          </a:prstGeom>
        </p:spPr>
      </p:pic>
    </p:spTree>
    <p:extLst>
      <p:ext uri="{BB962C8B-B14F-4D97-AF65-F5344CB8AC3E}">
        <p14:creationId xmlns:p14="http://schemas.microsoft.com/office/powerpoint/2010/main" val="768437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45EEA-5E05-5147-9C1C-659500518213}"/>
              </a:ext>
            </a:extLst>
          </p:cNvPr>
          <p:cNvSpPr>
            <a:spLocks noGrp="1"/>
          </p:cNvSpPr>
          <p:nvPr>
            <p:ph type="title" hasCustomPrompt="1"/>
          </p:nvPr>
        </p:nvSpPr>
        <p:spPr>
          <a:xfrm>
            <a:off x="838201" y="412626"/>
            <a:ext cx="10515600" cy="1325563"/>
          </a:xfrm>
        </p:spPr>
        <p:txBody>
          <a:bodyPr>
            <a:normAutofit/>
          </a:bodyPr>
          <a:lstStyle>
            <a:lvl1pPr>
              <a:defRPr sz="4800"/>
            </a:lvl1pPr>
          </a:lstStyle>
          <a:p>
            <a:r>
              <a:rPr lang="en-US"/>
              <a:t>Slide Title v1</a:t>
            </a:r>
          </a:p>
        </p:txBody>
      </p:sp>
      <p:sp>
        <p:nvSpPr>
          <p:cNvPr id="3" name="Content Placeholder 2">
            <a:extLst>
              <a:ext uri="{FF2B5EF4-FFF2-40B4-BE49-F238E27FC236}">
                <a16:creationId xmlns:a16="http://schemas.microsoft.com/office/drawing/2014/main" id="{EDF3FE50-CAA9-CB4B-A44D-87B1A7A83281}"/>
              </a:ext>
            </a:extLst>
          </p:cNvPr>
          <p:cNvSpPr>
            <a:spLocks noGrp="1"/>
          </p:cNvSpPr>
          <p:nvPr>
            <p:ph idx="1"/>
          </p:nvPr>
        </p:nvSpPr>
        <p:spPr>
          <a:xfrm>
            <a:off x="838201" y="1738189"/>
            <a:ext cx="10515600" cy="3555028"/>
          </a:xfrm>
        </p:spPr>
        <p:txBody>
          <a:bodyPr>
            <a:normAutofit/>
          </a:bodyPr>
          <a:lstStyle>
            <a:lvl1pPr>
              <a:defRPr sz="2400" b="0" i="0">
                <a:latin typeface="Avenir Book" panose="02000503020000020003" pitchFamily="2" charset="0"/>
              </a:defRPr>
            </a:lvl1pPr>
            <a:lvl2pPr>
              <a:defRPr b="0" i="0">
                <a:latin typeface="Avenir Book" panose="02000503020000020003" pitchFamily="2" charset="0"/>
              </a:defRPr>
            </a:lvl2pPr>
            <a:lvl3pPr>
              <a:defRPr b="0" i="0">
                <a:latin typeface="Avenir Book" panose="02000503020000020003" pitchFamily="2" charset="0"/>
              </a:defRPr>
            </a:lvl3pPr>
            <a:lvl4pPr>
              <a:defRPr b="0" i="0">
                <a:latin typeface="Avenir Book" panose="02000503020000020003" pitchFamily="2" charset="0"/>
              </a:defRPr>
            </a:lvl4pPr>
            <a:lvl5pPr>
              <a:defRPr b="0" i="0">
                <a:latin typeface="Avenir Book" panose="02000503020000020003" pitchFamily="2" charset="0"/>
              </a:defRPr>
            </a:lvl5pPr>
          </a:lstStyle>
          <a:p>
            <a:pPr lvl="0"/>
            <a:r>
              <a:rPr lang="en-US"/>
              <a:t>Edit Master text styles</a:t>
            </a:r>
          </a:p>
        </p:txBody>
      </p:sp>
      <p:pic>
        <p:nvPicPr>
          <p:cNvPr id="5" name="Picture 4">
            <a:extLst>
              <a:ext uri="{FF2B5EF4-FFF2-40B4-BE49-F238E27FC236}">
                <a16:creationId xmlns:a16="http://schemas.microsoft.com/office/drawing/2014/main" id="{F2BC34D3-E278-9D49-8C64-12D27B362DC2}"/>
              </a:ext>
            </a:extLst>
          </p:cNvPr>
          <p:cNvPicPr>
            <a:picLocks noChangeAspect="1"/>
          </p:cNvPicPr>
          <p:nvPr userDrawn="1"/>
        </p:nvPicPr>
        <p:blipFill rotWithShape="1">
          <a:blip r:embed="rId2"/>
          <a:srcRect l="396" b="19932"/>
          <a:stretch/>
        </p:blipFill>
        <p:spPr>
          <a:xfrm flipH="1">
            <a:off x="6943588" y="4914900"/>
            <a:ext cx="5248412" cy="1943100"/>
          </a:xfrm>
          <a:prstGeom prst="rect">
            <a:avLst/>
          </a:prstGeom>
        </p:spPr>
      </p:pic>
      <p:sp>
        <p:nvSpPr>
          <p:cNvPr id="4" name="Footer Placeholder 3">
            <a:extLst>
              <a:ext uri="{FF2B5EF4-FFF2-40B4-BE49-F238E27FC236}">
                <a16:creationId xmlns:a16="http://schemas.microsoft.com/office/drawing/2014/main" id="{C22EA21C-4DE6-0875-8C03-F10ED772AD68}"/>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108287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BC1AD7-D09F-0245-A0A8-4CB00CB30C4B}"/>
              </a:ext>
            </a:extLst>
          </p:cNvPr>
          <p:cNvPicPr>
            <a:picLocks noChangeAspect="1"/>
          </p:cNvPicPr>
          <p:nvPr userDrawn="1"/>
        </p:nvPicPr>
        <p:blipFill rotWithShape="1">
          <a:blip r:embed="rId2"/>
          <a:srcRect l="3515" t="5338"/>
          <a:stretch/>
        </p:blipFill>
        <p:spPr>
          <a:xfrm flipV="1">
            <a:off x="0" y="4227930"/>
            <a:ext cx="5246557" cy="2630068"/>
          </a:xfrm>
          <a:prstGeom prst="rect">
            <a:avLst/>
          </a:prstGeom>
        </p:spPr>
      </p:pic>
      <p:sp>
        <p:nvSpPr>
          <p:cNvPr id="6" name="Title 1">
            <a:extLst>
              <a:ext uri="{FF2B5EF4-FFF2-40B4-BE49-F238E27FC236}">
                <a16:creationId xmlns:a16="http://schemas.microsoft.com/office/drawing/2014/main" id="{4311F581-0D31-E74B-A82C-9F44123D5D4D}"/>
              </a:ext>
            </a:extLst>
          </p:cNvPr>
          <p:cNvSpPr>
            <a:spLocks noGrp="1"/>
          </p:cNvSpPr>
          <p:nvPr>
            <p:ph type="title" hasCustomPrompt="1"/>
          </p:nvPr>
        </p:nvSpPr>
        <p:spPr>
          <a:xfrm>
            <a:off x="838201" y="412626"/>
            <a:ext cx="10515600" cy="1325563"/>
          </a:xfrm>
        </p:spPr>
        <p:txBody>
          <a:bodyPr>
            <a:normAutofit/>
          </a:bodyPr>
          <a:lstStyle>
            <a:lvl1pPr algn="l">
              <a:defRPr sz="4800"/>
            </a:lvl1pPr>
          </a:lstStyle>
          <a:p>
            <a:r>
              <a:rPr lang="en-US"/>
              <a:t>Slide Title v2</a:t>
            </a:r>
          </a:p>
        </p:txBody>
      </p:sp>
      <p:sp>
        <p:nvSpPr>
          <p:cNvPr id="7" name="Content Placeholder 2">
            <a:extLst>
              <a:ext uri="{FF2B5EF4-FFF2-40B4-BE49-F238E27FC236}">
                <a16:creationId xmlns:a16="http://schemas.microsoft.com/office/drawing/2014/main" id="{726F4652-14C8-A44F-A855-72EA1903F102}"/>
              </a:ext>
            </a:extLst>
          </p:cNvPr>
          <p:cNvSpPr>
            <a:spLocks noGrp="1"/>
          </p:cNvSpPr>
          <p:nvPr>
            <p:ph idx="1"/>
          </p:nvPr>
        </p:nvSpPr>
        <p:spPr>
          <a:xfrm>
            <a:off x="838201" y="1738188"/>
            <a:ext cx="10515600" cy="3593665"/>
          </a:xfrm>
        </p:spPr>
        <p:txBody>
          <a:bodyPr>
            <a:normAutofit/>
          </a:bodyPr>
          <a:lstStyle>
            <a:lvl1pPr>
              <a:defRPr sz="2400" b="0" i="0">
                <a:latin typeface="Avenir Book" panose="02000503020000020003" pitchFamily="2" charset="0"/>
              </a:defRPr>
            </a:lvl1pPr>
            <a:lvl2pPr>
              <a:defRPr b="0" i="0">
                <a:latin typeface="Avenir Book" panose="02000503020000020003" pitchFamily="2" charset="0"/>
              </a:defRPr>
            </a:lvl2pPr>
            <a:lvl3pPr>
              <a:defRPr b="0" i="0">
                <a:latin typeface="Avenir Book" panose="02000503020000020003" pitchFamily="2" charset="0"/>
              </a:defRPr>
            </a:lvl3pPr>
            <a:lvl4pPr>
              <a:defRPr b="0" i="0">
                <a:latin typeface="Avenir Book" panose="02000503020000020003" pitchFamily="2" charset="0"/>
              </a:defRPr>
            </a:lvl4pPr>
            <a:lvl5pPr>
              <a:defRPr b="0" i="0">
                <a:latin typeface="Avenir Book" panose="02000503020000020003" pitchFamily="2" charset="0"/>
              </a:defRPr>
            </a:lvl5pPr>
          </a:lstStyle>
          <a:p>
            <a:pPr lvl="0"/>
            <a:r>
              <a:rPr lang="en-US"/>
              <a:t>Edit Master text styles</a:t>
            </a:r>
          </a:p>
        </p:txBody>
      </p:sp>
      <p:sp>
        <p:nvSpPr>
          <p:cNvPr id="2" name="Footer Placeholder 1">
            <a:extLst>
              <a:ext uri="{FF2B5EF4-FFF2-40B4-BE49-F238E27FC236}">
                <a16:creationId xmlns:a16="http://schemas.microsoft.com/office/drawing/2014/main" id="{B9DD1E1C-44D6-36BD-862A-8DEFD24008EF}"/>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1459270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88ABAA-ACEB-F644-8D12-CA76F189C763}"/>
              </a:ext>
            </a:extLst>
          </p:cNvPr>
          <p:cNvPicPr>
            <a:picLocks noChangeAspect="1"/>
          </p:cNvPicPr>
          <p:nvPr userDrawn="1"/>
        </p:nvPicPr>
        <p:blipFill rotWithShape="1">
          <a:blip r:embed="rId2"/>
          <a:srcRect t="9178"/>
          <a:stretch/>
        </p:blipFill>
        <p:spPr>
          <a:xfrm flipV="1">
            <a:off x="-3048" y="5079915"/>
            <a:ext cx="6056376" cy="1778084"/>
          </a:xfrm>
          <a:prstGeom prst="rect">
            <a:avLst/>
          </a:prstGeom>
        </p:spPr>
      </p:pic>
      <p:sp>
        <p:nvSpPr>
          <p:cNvPr id="5" name="Title 1">
            <a:extLst>
              <a:ext uri="{FF2B5EF4-FFF2-40B4-BE49-F238E27FC236}">
                <a16:creationId xmlns:a16="http://schemas.microsoft.com/office/drawing/2014/main" id="{D0342714-A258-8D41-B8CE-6C0E4D922F06}"/>
              </a:ext>
            </a:extLst>
          </p:cNvPr>
          <p:cNvSpPr>
            <a:spLocks noGrp="1"/>
          </p:cNvSpPr>
          <p:nvPr>
            <p:ph type="title" hasCustomPrompt="1"/>
          </p:nvPr>
        </p:nvSpPr>
        <p:spPr>
          <a:xfrm>
            <a:off x="838201" y="412626"/>
            <a:ext cx="10515600" cy="1325563"/>
          </a:xfrm>
        </p:spPr>
        <p:txBody>
          <a:bodyPr>
            <a:normAutofit/>
          </a:bodyPr>
          <a:lstStyle>
            <a:lvl1pPr algn="l">
              <a:defRPr sz="4800"/>
            </a:lvl1pPr>
          </a:lstStyle>
          <a:p>
            <a:r>
              <a:rPr lang="en-US"/>
              <a:t>Slide Title v3</a:t>
            </a:r>
          </a:p>
        </p:txBody>
      </p:sp>
      <p:sp>
        <p:nvSpPr>
          <p:cNvPr id="6" name="Content Placeholder 2">
            <a:extLst>
              <a:ext uri="{FF2B5EF4-FFF2-40B4-BE49-F238E27FC236}">
                <a16:creationId xmlns:a16="http://schemas.microsoft.com/office/drawing/2014/main" id="{4935F617-5FD7-B54C-9113-613E08D5D310}"/>
              </a:ext>
            </a:extLst>
          </p:cNvPr>
          <p:cNvSpPr>
            <a:spLocks noGrp="1"/>
          </p:cNvSpPr>
          <p:nvPr>
            <p:ph idx="1"/>
          </p:nvPr>
        </p:nvSpPr>
        <p:spPr>
          <a:xfrm>
            <a:off x="838201" y="1766258"/>
            <a:ext cx="10515600" cy="3285588"/>
          </a:xfrm>
        </p:spPr>
        <p:txBody>
          <a:bodyPr>
            <a:normAutofit/>
          </a:bodyPr>
          <a:lstStyle>
            <a:lvl1pPr>
              <a:defRPr sz="2400" b="0" i="0">
                <a:latin typeface="Avenir Book" panose="02000503020000020003" pitchFamily="2" charset="0"/>
              </a:defRPr>
            </a:lvl1pPr>
            <a:lvl2pPr>
              <a:defRPr b="0" i="0">
                <a:latin typeface="Avenir Book" panose="02000503020000020003" pitchFamily="2" charset="0"/>
              </a:defRPr>
            </a:lvl2pPr>
            <a:lvl3pPr>
              <a:defRPr b="0" i="0">
                <a:latin typeface="Avenir Book" panose="02000503020000020003" pitchFamily="2" charset="0"/>
              </a:defRPr>
            </a:lvl3pPr>
            <a:lvl4pPr>
              <a:defRPr b="0" i="0">
                <a:latin typeface="Avenir Book" panose="02000503020000020003" pitchFamily="2" charset="0"/>
              </a:defRPr>
            </a:lvl4pPr>
            <a:lvl5pPr>
              <a:defRPr b="0" i="0">
                <a:latin typeface="Avenir Book" panose="02000503020000020003" pitchFamily="2" charset="0"/>
              </a:defRPr>
            </a:lvl5pPr>
          </a:lstStyle>
          <a:p>
            <a:pPr lvl="0"/>
            <a:r>
              <a:rPr lang="en-US"/>
              <a:t>Edit Master text styles</a:t>
            </a:r>
          </a:p>
        </p:txBody>
      </p:sp>
      <p:sp>
        <p:nvSpPr>
          <p:cNvPr id="2" name="Footer Placeholder 1">
            <a:extLst>
              <a:ext uri="{FF2B5EF4-FFF2-40B4-BE49-F238E27FC236}">
                <a16:creationId xmlns:a16="http://schemas.microsoft.com/office/drawing/2014/main" id="{0DA5525E-572F-FFE4-944B-E1D619E1E321}"/>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3658945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122704-321A-764B-AC66-66DAF8216E88}"/>
              </a:ext>
            </a:extLst>
          </p:cNvPr>
          <p:cNvPicPr>
            <a:picLocks noChangeAspect="1"/>
          </p:cNvPicPr>
          <p:nvPr userDrawn="1"/>
        </p:nvPicPr>
        <p:blipFill rotWithShape="1">
          <a:blip r:embed="rId2"/>
          <a:srcRect l="396" b="19932"/>
          <a:stretch/>
        </p:blipFill>
        <p:spPr>
          <a:xfrm rot="10800000" flipH="1">
            <a:off x="0" y="0"/>
            <a:ext cx="2241858" cy="829994"/>
          </a:xfrm>
          <a:prstGeom prst="rect">
            <a:avLst/>
          </a:prstGeom>
        </p:spPr>
      </p:pic>
      <p:pic>
        <p:nvPicPr>
          <p:cNvPr id="7" name="Picture 6">
            <a:extLst>
              <a:ext uri="{FF2B5EF4-FFF2-40B4-BE49-F238E27FC236}">
                <a16:creationId xmlns:a16="http://schemas.microsoft.com/office/drawing/2014/main" id="{42F03ED0-61EF-CE42-9E6A-5A2C28E48A87}"/>
              </a:ext>
            </a:extLst>
          </p:cNvPr>
          <p:cNvPicPr>
            <a:picLocks noChangeAspect="1"/>
          </p:cNvPicPr>
          <p:nvPr userDrawn="1"/>
        </p:nvPicPr>
        <p:blipFill rotWithShape="1">
          <a:blip r:embed="rId2"/>
          <a:srcRect l="396" b="19932"/>
          <a:stretch/>
        </p:blipFill>
        <p:spPr>
          <a:xfrm rot="10800000" flipV="1">
            <a:off x="9964210" y="6028006"/>
            <a:ext cx="2241858" cy="829994"/>
          </a:xfrm>
          <a:prstGeom prst="rect">
            <a:avLst/>
          </a:prstGeom>
        </p:spPr>
      </p:pic>
      <p:sp>
        <p:nvSpPr>
          <p:cNvPr id="2" name="Footer Placeholder 1">
            <a:extLst>
              <a:ext uri="{FF2B5EF4-FFF2-40B4-BE49-F238E27FC236}">
                <a16:creationId xmlns:a16="http://schemas.microsoft.com/office/drawing/2014/main" id="{0FCD60C5-14C2-2089-29EE-30AAEDAFA144}"/>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1335219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64955-3D17-D244-96C0-2F2EE17D942A}"/>
              </a:ext>
            </a:extLst>
          </p:cNvPr>
          <p:cNvSpPr>
            <a:spLocks noGrp="1"/>
          </p:cNvSpPr>
          <p:nvPr>
            <p:ph type="title" hasCustomPrompt="1"/>
          </p:nvPr>
        </p:nvSpPr>
        <p:spPr/>
        <p:txBody>
          <a:bodyPr/>
          <a:lstStyle/>
          <a:p>
            <a:r>
              <a:rPr lang="en-US"/>
              <a:t>Two Column</a:t>
            </a:r>
          </a:p>
        </p:txBody>
      </p:sp>
      <p:sp>
        <p:nvSpPr>
          <p:cNvPr id="3" name="Content Placeholder 2">
            <a:extLst>
              <a:ext uri="{FF2B5EF4-FFF2-40B4-BE49-F238E27FC236}">
                <a16:creationId xmlns:a16="http://schemas.microsoft.com/office/drawing/2014/main" id="{5A652030-0C6A-1841-887D-D3DB74285E0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491795C-6C9F-8346-9F4F-F5561767D61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2CCFAA82-C9FA-B545-BEB1-B491B29FCD5F}"/>
              </a:ext>
            </a:extLst>
          </p:cNvPr>
          <p:cNvPicPr>
            <a:picLocks noChangeAspect="1"/>
          </p:cNvPicPr>
          <p:nvPr userDrawn="1"/>
        </p:nvPicPr>
        <p:blipFill rotWithShape="1">
          <a:blip r:embed="rId2"/>
          <a:srcRect t="4489" r="1181"/>
          <a:stretch/>
        </p:blipFill>
        <p:spPr>
          <a:xfrm>
            <a:off x="6561300" y="0"/>
            <a:ext cx="5630700" cy="2713220"/>
          </a:xfrm>
          <a:prstGeom prst="rect">
            <a:avLst/>
          </a:prstGeom>
        </p:spPr>
      </p:pic>
      <p:sp>
        <p:nvSpPr>
          <p:cNvPr id="5" name="Footer Placeholder 4">
            <a:extLst>
              <a:ext uri="{FF2B5EF4-FFF2-40B4-BE49-F238E27FC236}">
                <a16:creationId xmlns:a16="http://schemas.microsoft.com/office/drawing/2014/main" id="{3779A4B9-176A-ADA8-B197-1D4BAC078F0B}"/>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3877330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amp;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57B11-D124-2C41-8D32-8FB8E35A1364}"/>
              </a:ext>
            </a:extLst>
          </p:cNvPr>
          <p:cNvSpPr>
            <a:spLocks noGrp="1"/>
          </p:cNvSpPr>
          <p:nvPr>
            <p:ph type="title" hasCustomPrompt="1"/>
          </p:nvPr>
        </p:nvSpPr>
        <p:spPr>
          <a:xfrm>
            <a:off x="1175825" y="379193"/>
            <a:ext cx="5799667" cy="1325563"/>
          </a:xfrm>
        </p:spPr>
        <p:txBody>
          <a:bodyPr/>
          <a:lstStyle>
            <a:lvl1pPr marL="0" marR="0" indent="0" algn="l" defTabSz="821531" rtl="0" fontAlgn="auto" latinLnBrk="0" hangingPunct="0">
              <a:lnSpc>
                <a:spcPct val="100000"/>
              </a:lnSpc>
              <a:spcBef>
                <a:spcPts val="0"/>
              </a:spcBef>
              <a:spcAft>
                <a:spcPts val="0"/>
              </a:spcAft>
              <a:buClrTx/>
              <a:buSzTx/>
              <a:buFontTx/>
              <a:buNone/>
              <a:tabLst/>
              <a:defRPr/>
            </a:lvl1pPr>
          </a:lstStyle>
          <a:p>
            <a:pPr marL="0" marR="0" indent="0" algn="l" defTabSz="821531" rtl="0" fontAlgn="auto" latinLnBrk="0" hangingPunct="0">
              <a:lnSpc>
                <a:spcPct val="100000"/>
              </a:lnSpc>
              <a:spcBef>
                <a:spcPts val="0"/>
              </a:spcBef>
              <a:spcAft>
                <a:spcPts val="0"/>
              </a:spcAft>
              <a:buClrTx/>
              <a:buSzTx/>
              <a:buFontTx/>
              <a:buNone/>
              <a:tabLst/>
            </a:pPr>
            <a:r>
              <a:rPr kumimoji="0" lang="en-MX" sz="4800" b="0" i="0" u="none" strike="noStrike" cap="none" spc="0" normalizeH="0" baseline="0">
                <a:ln>
                  <a:noFill/>
                </a:ln>
                <a:solidFill>
                  <a:srgbClr val="000000"/>
                </a:solidFill>
                <a:effectLst/>
                <a:uFillTx/>
                <a:latin typeface="Century Gothic" panose="020B0502020202020204" pitchFamily="34" charset="0"/>
                <a:ea typeface="Verdana" panose="020B0604030504040204" pitchFamily="34" charset="0"/>
                <a:cs typeface="Verdana" panose="020B0604030504040204" pitchFamily="34" charset="0"/>
                <a:sym typeface="Helvetica Neue"/>
              </a:rPr>
              <a:t>Text &amp; Image  Slide</a:t>
            </a:r>
            <a:endParaRPr kumimoji="0" lang="en-MX" sz="4800" b="0" u="none" strike="noStrike" cap="none" spc="0" normalizeH="0" baseline="0">
              <a:ln>
                <a:noFill/>
              </a:ln>
              <a:solidFill>
                <a:srgbClr val="000000"/>
              </a:solidFill>
              <a:effectLst/>
              <a:uFillTx/>
              <a:latin typeface="Century Gothic" panose="020B0502020202020204" pitchFamily="34" charset="0"/>
              <a:ea typeface="Verdana" panose="020B0604030504040204" pitchFamily="34" charset="0"/>
              <a:cs typeface="Verdana" panose="020B0604030504040204" pitchFamily="34" charset="0"/>
              <a:sym typeface="Helvetica Neue"/>
            </a:endParaRPr>
          </a:p>
        </p:txBody>
      </p:sp>
      <p:pic>
        <p:nvPicPr>
          <p:cNvPr id="4" name="Picture 3">
            <a:extLst>
              <a:ext uri="{FF2B5EF4-FFF2-40B4-BE49-F238E27FC236}">
                <a16:creationId xmlns:a16="http://schemas.microsoft.com/office/drawing/2014/main" id="{837A8251-5A58-7E45-AE29-36AD81C7E06C}"/>
              </a:ext>
            </a:extLst>
          </p:cNvPr>
          <p:cNvPicPr>
            <a:picLocks noChangeAspect="1"/>
          </p:cNvPicPr>
          <p:nvPr userDrawn="1"/>
        </p:nvPicPr>
        <p:blipFill rotWithShape="1">
          <a:blip r:embed="rId2"/>
          <a:srcRect t="4489" r="1181"/>
          <a:stretch/>
        </p:blipFill>
        <p:spPr>
          <a:xfrm flipH="1" flipV="1">
            <a:off x="-1" y="4593917"/>
            <a:ext cx="4698609" cy="2264081"/>
          </a:xfrm>
          <a:prstGeom prst="rect">
            <a:avLst/>
          </a:prstGeom>
        </p:spPr>
      </p:pic>
      <p:sp>
        <p:nvSpPr>
          <p:cNvPr id="6" name="Picture Placeholder 5">
            <a:extLst>
              <a:ext uri="{FF2B5EF4-FFF2-40B4-BE49-F238E27FC236}">
                <a16:creationId xmlns:a16="http://schemas.microsoft.com/office/drawing/2014/main" id="{9C345A04-6AD1-5C4B-ADBD-3BC87849FD55}"/>
              </a:ext>
            </a:extLst>
          </p:cNvPr>
          <p:cNvSpPr>
            <a:spLocks noGrp="1"/>
          </p:cNvSpPr>
          <p:nvPr>
            <p:ph type="pic" sz="quarter" idx="10"/>
          </p:nvPr>
        </p:nvSpPr>
        <p:spPr>
          <a:xfrm>
            <a:off x="7723163" y="0"/>
            <a:ext cx="4468837" cy="6858000"/>
          </a:xfrm>
        </p:spPr>
        <p:txBody>
          <a:bodyPr/>
          <a:lstStyle/>
          <a:p>
            <a:r>
              <a:rPr lang="en-US" dirty="0"/>
              <a:t>Click icon to add picture</a:t>
            </a:r>
          </a:p>
        </p:txBody>
      </p:sp>
      <p:sp>
        <p:nvSpPr>
          <p:cNvPr id="7" name="Content Placeholder 2">
            <a:extLst>
              <a:ext uri="{FF2B5EF4-FFF2-40B4-BE49-F238E27FC236}">
                <a16:creationId xmlns:a16="http://schemas.microsoft.com/office/drawing/2014/main" id="{2B454615-405D-0749-B2B9-F771BC11EF37}"/>
              </a:ext>
            </a:extLst>
          </p:cNvPr>
          <p:cNvSpPr>
            <a:spLocks noGrp="1"/>
          </p:cNvSpPr>
          <p:nvPr>
            <p:ph idx="1"/>
          </p:nvPr>
        </p:nvSpPr>
        <p:spPr>
          <a:xfrm>
            <a:off x="1175825" y="2048142"/>
            <a:ext cx="5799667" cy="3564867"/>
          </a:xfrm>
        </p:spPr>
        <p:txBody>
          <a:bodyPr>
            <a:normAutofit/>
          </a:bodyPr>
          <a:lstStyle>
            <a:lvl1pPr>
              <a:defRPr sz="2400" b="0" i="0">
                <a:latin typeface="Avenir Book" panose="02000503020000020003" pitchFamily="2" charset="0"/>
              </a:defRPr>
            </a:lvl1pPr>
            <a:lvl2pPr>
              <a:defRPr b="0" i="0">
                <a:latin typeface="Avenir Book" panose="02000503020000020003" pitchFamily="2" charset="0"/>
              </a:defRPr>
            </a:lvl2pPr>
            <a:lvl3pPr>
              <a:defRPr b="0" i="0">
                <a:latin typeface="Avenir Book" panose="02000503020000020003" pitchFamily="2" charset="0"/>
              </a:defRPr>
            </a:lvl3pPr>
            <a:lvl4pPr>
              <a:defRPr b="0" i="0">
                <a:latin typeface="Avenir Book" panose="02000503020000020003" pitchFamily="2" charset="0"/>
              </a:defRPr>
            </a:lvl4pPr>
            <a:lvl5pPr>
              <a:defRPr b="0" i="0">
                <a:latin typeface="Avenir Book" panose="02000503020000020003" pitchFamily="2" charset="0"/>
              </a:defRPr>
            </a:lvl5pPr>
          </a:lstStyle>
          <a:p>
            <a:pPr lvl="0"/>
            <a:r>
              <a:rPr lang="en-US"/>
              <a:t>Edit Master text styles</a:t>
            </a:r>
          </a:p>
        </p:txBody>
      </p:sp>
      <p:sp>
        <p:nvSpPr>
          <p:cNvPr id="3" name="Footer Placeholder 2">
            <a:extLst>
              <a:ext uri="{FF2B5EF4-FFF2-40B4-BE49-F238E27FC236}">
                <a16:creationId xmlns:a16="http://schemas.microsoft.com/office/drawing/2014/main" id="{F5AD3690-D41B-37F4-C75A-7AA07FE0E23D}"/>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178693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7B50D-AF34-3C48-AA24-127FAADE5886}"/>
              </a:ext>
            </a:extLst>
          </p:cNvPr>
          <p:cNvSpPr>
            <a:spLocks noGrp="1"/>
          </p:cNvSpPr>
          <p:nvPr>
            <p:ph type="title" hasCustomPrompt="1"/>
          </p:nvPr>
        </p:nvSpPr>
        <p:spPr/>
        <p:txBody>
          <a:bodyPr/>
          <a:lstStyle/>
          <a:p>
            <a:r>
              <a:rPr lang="en-US"/>
              <a:t>Text with Bullet</a:t>
            </a:r>
          </a:p>
        </p:txBody>
      </p:sp>
      <p:pic>
        <p:nvPicPr>
          <p:cNvPr id="6" name="Picture 5">
            <a:extLst>
              <a:ext uri="{FF2B5EF4-FFF2-40B4-BE49-F238E27FC236}">
                <a16:creationId xmlns:a16="http://schemas.microsoft.com/office/drawing/2014/main" id="{8B86B2C3-1ADA-514A-AF2E-DC130DD840C3}"/>
              </a:ext>
            </a:extLst>
          </p:cNvPr>
          <p:cNvPicPr>
            <a:picLocks noChangeAspect="1"/>
          </p:cNvPicPr>
          <p:nvPr userDrawn="1"/>
        </p:nvPicPr>
        <p:blipFill rotWithShape="1">
          <a:blip r:embed="rId2"/>
          <a:srcRect l="3515" t="5338"/>
          <a:stretch/>
        </p:blipFill>
        <p:spPr>
          <a:xfrm flipH="1">
            <a:off x="6880859" y="0"/>
            <a:ext cx="5311140" cy="2662443"/>
          </a:xfrm>
          <a:prstGeom prst="rect">
            <a:avLst/>
          </a:prstGeom>
        </p:spPr>
      </p:pic>
      <p:sp>
        <p:nvSpPr>
          <p:cNvPr id="7" name="Content Placeholder 2">
            <a:extLst>
              <a:ext uri="{FF2B5EF4-FFF2-40B4-BE49-F238E27FC236}">
                <a16:creationId xmlns:a16="http://schemas.microsoft.com/office/drawing/2014/main" id="{548256FB-5C6C-7C4E-B605-DAD6B8235D0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6">
            <a:extLst>
              <a:ext uri="{FF2B5EF4-FFF2-40B4-BE49-F238E27FC236}">
                <a16:creationId xmlns:a16="http://schemas.microsoft.com/office/drawing/2014/main" id="{8FCB81AA-F572-B44D-9830-01C5E79EC7AC}"/>
              </a:ext>
            </a:extLst>
          </p:cNvPr>
          <p:cNvSpPr>
            <a:spLocks noGrp="1"/>
          </p:cNvSpPr>
          <p:nvPr>
            <p:ph sz="quarter" idx="10" hasCustomPrompt="1"/>
          </p:nvPr>
        </p:nvSpPr>
        <p:spPr>
          <a:xfrm>
            <a:off x="6562372" y="1820787"/>
            <a:ext cx="3724628" cy="4353001"/>
          </a:xfrm>
        </p:spPr>
        <p:txBody>
          <a:bodyPr/>
          <a:lstStyle>
            <a:lvl1pPr marL="457200" indent="-457200">
              <a:buClr>
                <a:srgbClr val="17ADBF"/>
              </a:buClr>
              <a:buFont typeface="Arial" panose="020B0604020202020204" pitchFamily="34" charset="0"/>
              <a:buChar char="•"/>
              <a:defRPr sz="2800"/>
            </a:lvl1pPr>
            <a:lvl2pPr marL="457200" indent="0">
              <a:buNone/>
              <a:defRPr/>
            </a:lvl2pPr>
          </a:lstStyle>
          <a:p>
            <a:pPr lvl="0"/>
            <a:r>
              <a:rPr lang="en-US"/>
              <a:t>Section 1</a:t>
            </a:r>
          </a:p>
          <a:p>
            <a:pPr lvl="0"/>
            <a:r>
              <a:rPr lang="en-US"/>
              <a:t>Section 2</a:t>
            </a:r>
          </a:p>
          <a:p>
            <a:pPr lvl="0"/>
            <a:r>
              <a:rPr lang="en-US"/>
              <a:t>Section 3</a:t>
            </a:r>
          </a:p>
          <a:p>
            <a:pPr lvl="0"/>
            <a:r>
              <a:rPr lang="en-US"/>
              <a:t>Section 4</a:t>
            </a:r>
          </a:p>
          <a:p>
            <a:pPr lvl="0"/>
            <a:r>
              <a:rPr lang="en-US"/>
              <a:t>Section 5</a:t>
            </a:r>
          </a:p>
          <a:p>
            <a:pPr lvl="0"/>
            <a:endParaRPr lang="en-US"/>
          </a:p>
        </p:txBody>
      </p:sp>
      <p:sp>
        <p:nvSpPr>
          <p:cNvPr id="3" name="Footer Placeholder 2">
            <a:extLst>
              <a:ext uri="{FF2B5EF4-FFF2-40B4-BE49-F238E27FC236}">
                <a16:creationId xmlns:a16="http://schemas.microsoft.com/office/drawing/2014/main" id="{1C8E1D49-2F46-944D-9EE2-A823B0C63A0D}"/>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82382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CE61FA-6030-4249-B1E5-1ED716E42AE0}"/>
              </a:ext>
            </a:extLst>
          </p:cNvPr>
          <p:cNvSpPr>
            <a:spLocks noGrp="1"/>
          </p:cNvSpPr>
          <p:nvPr>
            <p:ph type="ctrTitle" hasCustomPrompt="1"/>
          </p:nvPr>
        </p:nvSpPr>
        <p:spPr>
          <a:xfrm>
            <a:off x="1158777" y="3441412"/>
            <a:ext cx="5414683" cy="774552"/>
          </a:xfrm>
        </p:spPr>
        <p:txBody>
          <a:bodyPr anchor="b">
            <a:noAutofit/>
          </a:bodyPr>
          <a:lstStyle>
            <a:lvl1pPr algn="ctr">
              <a:lnSpc>
                <a:spcPct val="100000"/>
              </a:lnSpc>
              <a:defRPr sz="4800"/>
            </a:lvl1pPr>
          </a:lstStyle>
          <a:p>
            <a:r>
              <a:rPr kumimoji="0" lang="en-US" sz="4800" b="0" i="0" u="none" strike="noStrike" cap="none" spc="0" normalizeH="0" baseline="0">
                <a:ln>
                  <a:noFill/>
                </a:ln>
                <a:solidFill>
                  <a:srgbClr val="000000"/>
                </a:solidFill>
                <a:effectLst/>
                <a:uFillTx/>
                <a:latin typeface="Century Gothic" panose="020B0502020202020204" pitchFamily="34" charset="0"/>
                <a:sym typeface="Helvetica Neue"/>
              </a:rPr>
              <a:t>Closing </a:t>
            </a:r>
            <a:endParaRPr lang="en-US"/>
          </a:p>
        </p:txBody>
      </p:sp>
      <p:pic>
        <p:nvPicPr>
          <p:cNvPr id="5" name="Picture 4">
            <a:extLst>
              <a:ext uri="{FF2B5EF4-FFF2-40B4-BE49-F238E27FC236}">
                <a16:creationId xmlns:a16="http://schemas.microsoft.com/office/drawing/2014/main" id="{3A1CDF20-9DFC-6E46-BDB7-40C1BC2862C1}"/>
              </a:ext>
            </a:extLst>
          </p:cNvPr>
          <p:cNvPicPr>
            <a:picLocks noChangeAspect="1"/>
          </p:cNvPicPr>
          <p:nvPr userDrawn="1"/>
        </p:nvPicPr>
        <p:blipFill rotWithShape="1">
          <a:blip r:embed="rId2"/>
          <a:srcRect t="4529" r="2608" b="2890"/>
          <a:stretch/>
        </p:blipFill>
        <p:spPr>
          <a:xfrm>
            <a:off x="2409713" y="-1"/>
            <a:ext cx="9782287" cy="6882827"/>
          </a:xfrm>
          <a:prstGeom prst="rect">
            <a:avLst/>
          </a:prstGeom>
        </p:spPr>
      </p:pic>
    </p:spTree>
    <p:extLst>
      <p:ext uri="{BB962C8B-B14F-4D97-AF65-F5344CB8AC3E}">
        <p14:creationId xmlns:p14="http://schemas.microsoft.com/office/powerpoint/2010/main" val="3780543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5B13D0-291C-3944-A5E3-3B3AD50E91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17CCA1-AF95-2145-83E4-5326E68E82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4FB39CC-278F-E94E-AAA6-447CF6240F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00927558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61" r:id="rId5"/>
    <p:sldLayoutId id="2147483663" r:id="rId6"/>
    <p:sldLayoutId id="2147483655" r:id="rId7"/>
    <p:sldLayoutId id="2147483652" r:id="rId8"/>
    <p:sldLayoutId id="2147483662" r:id="rId9"/>
    <p:sldLayoutId id="2147483654" r:id="rId10"/>
    <p:sldLayoutId id="2147483664" r:id="rId11"/>
  </p:sldLayoutIdLst>
  <p:hf hd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17ADBF"/>
        </a:buClr>
        <a:buFont typeface="Arial" panose="020B0604020202020204" pitchFamily="34" charset="0"/>
        <a:buChar char="•"/>
        <a:defRPr sz="2800" b="0" i="0" kern="1200">
          <a:solidFill>
            <a:schemeClr val="tx1"/>
          </a:solidFill>
          <a:latin typeface="Avenir Book" panose="02000503020000020003" pitchFamily="2" charset="0"/>
          <a:ea typeface="+mn-ea"/>
          <a:cs typeface="+mn-cs"/>
        </a:defRPr>
      </a:lvl1pPr>
      <a:lvl2pPr marL="685800" indent="-228600" algn="l" defTabSz="914400" rtl="0" eaLnBrk="1" latinLnBrk="0" hangingPunct="1">
        <a:lnSpc>
          <a:spcPct val="90000"/>
        </a:lnSpc>
        <a:spcBef>
          <a:spcPts val="500"/>
        </a:spcBef>
        <a:buClr>
          <a:srgbClr val="17ADBF"/>
        </a:buClr>
        <a:buFont typeface="Arial" panose="020B0604020202020204" pitchFamily="34" charset="0"/>
        <a:buChar char="•"/>
        <a:defRPr sz="2400" b="0" i="0" kern="1200">
          <a:solidFill>
            <a:schemeClr val="tx1"/>
          </a:solidFill>
          <a:latin typeface="Avenir Book" panose="02000503020000020003" pitchFamily="2" charset="0"/>
          <a:ea typeface="+mn-ea"/>
          <a:cs typeface="+mn-cs"/>
        </a:defRPr>
      </a:lvl2pPr>
      <a:lvl3pPr marL="1143000" indent="-228600" algn="l" defTabSz="914400" rtl="0" eaLnBrk="1" latinLnBrk="0" hangingPunct="1">
        <a:lnSpc>
          <a:spcPct val="90000"/>
        </a:lnSpc>
        <a:spcBef>
          <a:spcPts val="500"/>
        </a:spcBef>
        <a:buClr>
          <a:srgbClr val="17ADBF"/>
        </a:buClr>
        <a:buFont typeface="Arial" panose="020B0604020202020204" pitchFamily="34" charset="0"/>
        <a:buChar char="•"/>
        <a:defRPr sz="2000" b="0" i="0" kern="1200">
          <a:solidFill>
            <a:schemeClr val="tx1"/>
          </a:solidFill>
          <a:latin typeface="Avenir Book" panose="02000503020000020003" pitchFamily="2" charset="0"/>
          <a:ea typeface="+mn-ea"/>
          <a:cs typeface="+mn-cs"/>
        </a:defRPr>
      </a:lvl3pPr>
      <a:lvl4pPr marL="1600200" indent="-228600" algn="l" defTabSz="914400" rtl="0" eaLnBrk="1" latinLnBrk="0" hangingPunct="1">
        <a:lnSpc>
          <a:spcPct val="90000"/>
        </a:lnSpc>
        <a:spcBef>
          <a:spcPts val="500"/>
        </a:spcBef>
        <a:buClr>
          <a:srgbClr val="17ADBF"/>
        </a:buClr>
        <a:buFont typeface="Arial" panose="020B0604020202020204" pitchFamily="34" charset="0"/>
        <a:buChar char="•"/>
        <a:defRPr sz="1800" b="0" i="0" kern="1200">
          <a:solidFill>
            <a:schemeClr val="tx1"/>
          </a:solidFill>
          <a:latin typeface="Avenir Book" panose="02000503020000020003" pitchFamily="2" charset="0"/>
          <a:ea typeface="+mn-ea"/>
          <a:cs typeface="+mn-cs"/>
        </a:defRPr>
      </a:lvl4pPr>
      <a:lvl5pPr marL="2057400" indent="-228600" algn="l" defTabSz="914400" rtl="0" eaLnBrk="1" latinLnBrk="0" hangingPunct="1">
        <a:lnSpc>
          <a:spcPct val="90000"/>
        </a:lnSpc>
        <a:spcBef>
          <a:spcPts val="500"/>
        </a:spcBef>
        <a:buClr>
          <a:srgbClr val="17ADBF"/>
        </a:buClr>
        <a:buFont typeface="Arial" panose="020B0604020202020204" pitchFamily="34" charset="0"/>
        <a:buChar char="•"/>
        <a:defRPr sz="1800" b="0" i="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443888B-F0A3-2797-924A-B9D656E227EA}"/>
              </a:ext>
            </a:extLst>
          </p:cNvPr>
          <p:cNvSpPr>
            <a:spLocks noGrp="1"/>
          </p:cNvSpPr>
          <p:nvPr>
            <p:ph type="ctrTitle"/>
          </p:nvPr>
        </p:nvSpPr>
        <p:spPr>
          <a:xfrm>
            <a:off x="225110" y="3151414"/>
            <a:ext cx="8624976" cy="2316939"/>
          </a:xfrm>
        </p:spPr>
        <p:txBody>
          <a:bodyPr/>
          <a:lstStyle/>
          <a:p>
            <a:r>
              <a:rPr lang="en-US" b="1" dirty="0">
                <a:solidFill>
                  <a:schemeClr val="accent1">
                    <a:lumMod val="75000"/>
                  </a:schemeClr>
                </a:solidFill>
              </a:rPr>
              <a:t>Human-in-the-Loop AI Pattern Modeling for Medicare Fraud Detection</a:t>
            </a:r>
          </a:p>
        </p:txBody>
      </p:sp>
    </p:spTree>
    <p:extLst>
      <p:ext uri="{BB962C8B-B14F-4D97-AF65-F5344CB8AC3E}">
        <p14:creationId xmlns:p14="http://schemas.microsoft.com/office/powerpoint/2010/main" val="3867718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E835-E523-2F85-315E-B0522A88752B}"/>
              </a:ext>
            </a:extLst>
          </p:cNvPr>
          <p:cNvSpPr>
            <a:spLocks noGrp="1"/>
          </p:cNvSpPr>
          <p:nvPr>
            <p:ph type="title"/>
          </p:nvPr>
        </p:nvSpPr>
        <p:spPr>
          <a:xfrm>
            <a:off x="1045029" y="3094265"/>
            <a:ext cx="10509196" cy="1325563"/>
          </a:xfrm>
        </p:spPr>
        <p:txBody>
          <a:bodyPr/>
          <a:lstStyle/>
          <a:p>
            <a:r>
              <a:rPr lang="en-US" sz="3200" dirty="0">
                <a:solidFill>
                  <a:schemeClr val="accent1">
                    <a:lumMod val="75000"/>
                  </a:schemeClr>
                </a:solidFill>
              </a:rPr>
              <a:t>Why do we need to build our Fraud Detection system stronger? </a:t>
            </a:r>
          </a:p>
        </p:txBody>
      </p:sp>
      <p:sp>
        <p:nvSpPr>
          <p:cNvPr id="4" name="Title 1">
            <a:extLst>
              <a:ext uri="{FF2B5EF4-FFF2-40B4-BE49-F238E27FC236}">
                <a16:creationId xmlns:a16="http://schemas.microsoft.com/office/drawing/2014/main" id="{1FC5A1E5-862B-8D8C-9CCA-87AB7E8DCC38}"/>
              </a:ext>
            </a:extLst>
          </p:cNvPr>
          <p:cNvSpPr txBox="1">
            <a:spLocks/>
          </p:cNvSpPr>
          <p:nvPr/>
        </p:nvSpPr>
        <p:spPr>
          <a:xfrm>
            <a:off x="2302329" y="1050245"/>
            <a:ext cx="6147707"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pPr algn="ctr"/>
            <a:r>
              <a:rPr lang="en-US" sz="7200" b="1" dirty="0">
                <a:solidFill>
                  <a:schemeClr val="accent1"/>
                </a:solidFill>
              </a:rPr>
              <a:t>WHY?</a:t>
            </a:r>
          </a:p>
        </p:txBody>
      </p:sp>
    </p:spTree>
    <p:extLst>
      <p:ext uri="{BB962C8B-B14F-4D97-AF65-F5344CB8AC3E}">
        <p14:creationId xmlns:p14="http://schemas.microsoft.com/office/powerpoint/2010/main" val="827567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96637-0B06-14D8-6187-E4F117150A21}"/>
              </a:ext>
            </a:extLst>
          </p:cNvPr>
          <p:cNvSpPr>
            <a:spLocks noGrp="1"/>
          </p:cNvSpPr>
          <p:nvPr>
            <p:ph type="title"/>
          </p:nvPr>
        </p:nvSpPr>
        <p:spPr>
          <a:xfrm>
            <a:off x="197863" y="0"/>
            <a:ext cx="11994137" cy="1325563"/>
          </a:xfrm>
        </p:spPr>
        <p:txBody>
          <a:bodyPr/>
          <a:lstStyle/>
          <a:p>
            <a:r>
              <a:rPr lang="en-US" sz="3200" b="1" dirty="0">
                <a:solidFill>
                  <a:schemeClr val="accent1"/>
                </a:solidFill>
              </a:rPr>
              <a:t>Case #1: $61M False-Billing DME Supplier </a:t>
            </a:r>
          </a:p>
        </p:txBody>
      </p:sp>
      <p:pic>
        <p:nvPicPr>
          <p:cNvPr id="5" name="Picture 4">
            <a:extLst>
              <a:ext uri="{FF2B5EF4-FFF2-40B4-BE49-F238E27FC236}">
                <a16:creationId xmlns:a16="http://schemas.microsoft.com/office/drawing/2014/main" id="{BF72BAFE-7C85-72E8-8204-ABBE1B0C4579}"/>
              </a:ext>
            </a:extLst>
          </p:cNvPr>
          <p:cNvPicPr>
            <a:picLocks noChangeAspect="1"/>
          </p:cNvPicPr>
          <p:nvPr/>
        </p:nvPicPr>
        <p:blipFill>
          <a:blip r:embed="rId2"/>
          <a:stretch>
            <a:fillRect/>
          </a:stretch>
        </p:blipFill>
        <p:spPr>
          <a:xfrm>
            <a:off x="259938" y="1399042"/>
            <a:ext cx="6317455" cy="5337353"/>
          </a:xfrm>
          <a:prstGeom prst="rect">
            <a:avLst/>
          </a:prstGeom>
        </p:spPr>
      </p:pic>
      <p:sp>
        <p:nvSpPr>
          <p:cNvPr id="6" name="TextBox 5">
            <a:extLst>
              <a:ext uri="{FF2B5EF4-FFF2-40B4-BE49-F238E27FC236}">
                <a16:creationId xmlns:a16="http://schemas.microsoft.com/office/drawing/2014/main" id="{0E5665D6-6278-CB11-93D5-35F0E1428C3B}"/>
              </a:ext>
            </a:extLst>
          </p:cNvPr>
          <p:cNvSpPr txBox="1"/>
          <p:nvPr/>
        </p:nvSpPr>
        <p:spPr>
          <a:xfrm>
            <a:off x="6960010" y="1399042"/>
            <a:ext cx="4972051" cy="1200329"/>
          </a:xfrm>
          <a:prstGeom prst="rect">
            <a:avLst/>
          </a:prstGeom>
          <a:noFill/>
        </p:spPr>
        <p:txBody>
          <a:bodyPr wrap="square" rtlCol="0">
            <a:spAutoFit/>
          </a:bodyPr>
          <a:lstStyle/>
          <a:p>
            <a:r>
              <a:rPr lang="en-US" b="1" dirty="0"/>
              <a:t>What happened here- </a:t>
            </a:r>
          </a:p>
          <a:p>
            <a:pPr marL="285750" indent="-285750">
              <a:buFont typeface="Arial" panose="020B0604020202020204" pitchFamily="34" charset="0"/>
              <a:buChar char="•"/>
            </a:pPr>
            <a:r>
              <a:rPr lang="en-US" dirty="0"/>
              <a:t>Hidden ownership</a:t>
            </a:r>
          </a:p>
          <a:p>
            <a:pPr marL="285750" indent="-285750">
              <a:buFont typeface="Arial" panose="020B0604020202020204" pitchFamily="34" charset="0"/>
              <a:buChar char="•"/>
            </a:pPr>
            <a:r>
              <a:rPr lang="en-US" dirty="0"/>
              <a:t>Paid patient referrals</a:t>
            </a:r>
          </a:p>
          <a:p>
            <a:pPr marL="285750" indent="-285750">
              <a:buFont typeface="Arial" panose="020B0604020202020204" pitchFamily="34" charset="0"/>
              <a:buChar char="•"/>
            </a:pPr>
            <a:r>
              <a:rPr lang="en-US" dirty="0"/>
              <a:t>Medically unnecessary DME billing</a:t>
            </a:r>
          </a:p>
        </p:txBody>
      </p:sp>
      <p:sp>
        <p:nvSpPr>
          <p:cNvPr id="8" name="TextBox 7">
            <a:extLst>
              <a:ext uri="{FF2B5EF4-FFF2-40B4-BE49-F238E27FC236}">
                <a16:creationId xmlns:a16="http://schemas.microsoft.com/office/drawing/2014/main" id="{B557284F-EFB4-D120-AE5B-A35E3F72D345}"/>
              </a:ext>
            </a:extLst>
          </p:cNvPr>
          <p:cNvSpPr txBox="1"/>
          <p:nvPr/>
        </p:nvSpPr>
        <p:spPr>
          <a:xfrm>
            <a:off x="6960011" y="4949411"/>
            <a:ext cx="4792437" cy="1477328"/>
          </a:xfrm>
          <a:prstGeom prst="rect">
            <a:avLst/>
          </a:prstGeom>
          <a:noFill/>
        </p:spPr>
        <p:txBody>
          <a:bodyPr wrap="square">
            <a:spAutoFit/>
          </a:bodyPr>
          <a:lstStyle/>
          <a:p>
            <a:r>
              <a:rPr lang="en-US" b="1" i="1" dirty="0"/>
              <a:t>Takeaway- </a:t>
            </a:r>
          </a:p>
          <a:p>
            <a:r>
              <a:rPr lang="en-US" i="1" dirty="0"/>
              <a:t>At the simplest level, DME fraud can look like hidden ownership, fake referrals, and billing Medicare for equipment patients did not really need.</a:t>
            </a:r>
          </a:p>
        </p:txBody>
      </p:sp>
    </p:spTree>
    <p:extLst>
      <p:ext uri="{BB962C8B-B14F-4D97-AF65-F5344CB8AC3E}">
        <p14:creationId xmlns:p14="http://schemas.microsoft.com/office/powerpoint/2010/main" val="217474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524A-43C3-A5B7-1CFF-844E4E1368A1}"/>
              </a:ext>
            </a:extLst>
          </p:cNvPr>
          <p:cNvSpPr>
            <a:spLocks noGrp="1"/>
          </p:cNvSpPr>
          <p:nvPr>
            <p:ph type="title"/>
          </p:nvPr>
        </p:nvSpPr>
        <p:spPr>
          <a:xfrm>
            <a:off x="0" y="0"/>
            <a:ext cx="12192000" cy="1325563"/>
          </a:xfrm>
        </p:spPr>
        <p:txBody>
          <a:bodyPr/>
          <a:lstStyle/>
          <a:p>
            <a:r>
              <a:rPr lang="en-US" sz="3200" b="1" dirty="0">
                <a:solidFill>
                  <a:schemeClr val="accent1"/>
                </a:solidFill>
              </a:rPr>
              <a:t>Case #2 : $59.9M Medically Unnecessary DME with Hidden Ownership and Kickbacks</a:t>
            </a:r>
          </a:p>
        </p:txBody>
      </p:sp>
      <p:pic>
        <p:nvPicPr>
          <p:cNvPr id="7" name="Picture 6">
            <a:extLst>
              <a:ext uri="{FF2B5EF4-FFF2-40B4-BE49-F238E27FC236}">
                <a16:creationId xmlns:a16="http://schemas.microsoft.com/office/drawing/2014/main" id="{C7974E63-9A68-3FB7-4464-960C4BAC3200}"/>
              </a:ext>
            </a:extLst>
          </p:cNvPr>
          <p:cNvPicPr>
            <a:picLocks noChangeAspect="1"/>
          </p:cNvPicPr>
          <p:nvPr/>
        </p:nvPicPr>
        <p:blipFill>
          <a:blip r:embed="rId2"/>
          <a:stretch>
            <a:fillRect/>
          </a:stretch>
        </p:blipFill>
        <p:spPr>
          <a:xfrm>
            <a:off x="179615" y="1245010"/>
            <a:ext cx="6566382" cy="5547173"/>
          </a:xfrm>
          <a:prstGeom prst="rect">
            <a:avLst/>
          </a:prstGeom>
        </p:spPr>
      </p:pic>
      <p:sp>
        <p:nvSpPr>
          <p:cNvPr id="8" name="TextBox 7">
            <a:extLst>
              <a:ext uri="{FF2B5EF4-FFF2-40B4-BE49-F238E27FC236}">
                <a16:creationId xmlns:a16="http://schemas.microsoft.com/office/drawing/2014/main" id="{CA26BBBE-FCC8-5E4D-83B4-F9D0CBA3F7A6}"/>
              </a:ext>
            </a:extLst>
          </p:cNvPr>
          <p:cNvSpPr txBox="1"/>
          <p:nvPr/>
        </p:nvSpPr>
        <p:spPr>
          <a:xfrm>
            <a:off x="6960010" y="1399042"/>
            <a:ext cx="5052375" cy="1200329"/>
          </a:xfrm>
          <a:prstGeom prst="rect">
            <a:avLst/>
          </a:prstGeom>
          <a:noFill/>
        </p:spPr>
        <p:txBody>
          <a:bodyPr wrap="square" rtlCol="0">
            <a:spAutoFit/>
          </a:bodyPr>
          <a:lstStyle/>
          <a:p>
            <a:r>
              <a:rPr lang="en-US" b="1" dirty="0"/>
              <a:t>What happened here- </a:t>
            </a:r>
          </a:p>
          <a:p>
            <a:pPr marL="285750" indent="-285750">
              <a:buFont typeface="Arial" panose="020B0604020202020204" pitchFamily="34" charset="0"/>
              <a:buChar char="•"/>
            </a:pPr>
            <a:r>
              <a:rPr lang="en-US" dirty="0"/>
              <a:t>Hidden ownership</a:t>
            </a:r>
          </a:p>
          <a:p>
            <a:pPr marL="285750" indent="-285750">
              <a:buFont typeface="Arial" panose="020B0604020202020204" pitchFamily="34" charset="0"/>
              <a:buChar char="•"/>
            </a:pPr>
            <a:r>
              <a:rPr lang="en-US" dirty="0"/>
              <a:t>Fake leads/kickbacks for doctor orders</a:t>
            </a:r>
          </a:p>
          <a:p>
            <a:pPr marL="285750" indent="-285750">
              <a:buFont typeface="Arial" panose="020B0604020202020204" pitchFamily="34" charset="0"/>
              <a:buChar char="•"/>
            </a:pPr>
            <a:r>
              <a:rPr lang="en-US" dirty="0"/>
              <a:t>Billing medically unnecessary braces</a:t>
            </a:r>
          </a:p>
        </p:txBody>
      </p:sp>
      <p:sp>
        <p:nvSpPr>
          <p:cNvPr id="11" name="TextBox 10">
            <a:extLst>
              <a:ext uri="{FF2B5EF4-FFF2-40B4-BE49-F238E27FC236}">
                <a16:creationId xmlns:a16="http://schemas.microsoft.com/office/drawing/2014/main" id="{5E9A3F90-90D7-5B25-F36B-DA3394E85E58}"/>
              </a:ext>
            </a:extLst>
          </p:cNvPr>
          <p:cNvSpPr txBox="1"/>
          <p:nvPr/>
        </p:nvSpPr>
        <p:spPr>
          <a:xfrm>
            <a:off x="6960011" y="4949411"/>
            <a:ext cx="4792437" cy="1477328"/>
          </a:xfrm>
          <a:prstGeom prst="rect">
            <a:avLst/>
          </a:prstGeom>
          <a:noFill/>
        </p:spPr>
        <p:txBody>
          <a:bodyPr wrap="square">
            <a:spAutoFit/>
          </a:bodyPr>
          <a:lstStyle/>
          <a:p>
            <a:r>
              <a:rPr lang="en-US" b="1" i="1" dirty="0"/>
              <a:t>Takeaway- </a:t>
            </a:r>
          </a:p>
          <a:p>
            <a:r>
              <a:rPr lang="en-US" i="1" dirty="0"/>
              <a:t>A claim can look complete on paper, but still be fraudulent if the doctor’s order was generated through kickbacks or without </a:t>
            </a:r>
            <a:r>
              <a:rPr lang="en-US" b="1" i="1" dirty="0"/>
              <a:t>real</a:t>
            </a:r>
            <a:r>
              <a:rPr lang="en-US" i="1" dirty="0"/>
              <a:t> patient evaluation.</a:t>
            </a:r>
          </a:p>
        </p:txBody>
      </p:sp>
    </p:spTree>
    <p:extLst>
      <p:ext uri="{BB962C8B-B14F-4D97-AF65-F5344CB8AC3E}">
        <p14:creationId xmlns:p14="http://schemas.microsoft.com/office/powerpoint/2010/main" val="192057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55703D-ACC6-C0E4-7C1C-E8146CDC4559}"/>
              </a:ext>
            </a:extLst>
          </p:cNvPr>
          <p:cNvPicPr>
            <a:picLocks noChangeAspect="1"/>
          </p:cNvPicPr>
          <p:nvPr/>
        </p:nvPicPr>
        <p:blipFill>
          <a:blip r:embed="rId2"/>
          <a:stretch>
            <a:fillRect/>
          </a:stretch>
        </p:blipFill>
        <p:spPr>
          <a:xfrm>
            <a:off x="165846" y="1155362"/>
            <a:ext cx="6618836" cy="5702638"/>
          </a:xfrm>
          <a:prstGeom prst="rect">
            <a:avLst/>
          </a:prstGeom>
        </p:spPr>
      </p:pic>
      <p:sp>
        <p:nvSpPr>
          <p:cNvPr id="8" name="Title 1">
            <a:extLst>
              <a:ext uri="{FF2B5EF4-FFF2-40B4-BE49-F238E27FC236}">
                <a16:creationId xmlns:a16="http://schemas.microsoft.com/office/drawing/2014/main" id="{8B794505-F8F1-C9BA-E98E-AE43D6456C73}"/>
              </a:ext>
            </a:extLst>
          </p:cNvPr>
          <p:cNvSpPr txBox="1">
            <a:spLocks/>
          </p:cNvSpPr>
          <p:nvPr/>
        </p:nvSpPr>
        <p:spPr>
          <a:xfrm>
            <a:off x="106135" y="61348"/>
            <a:ext cx="11457214" cy="1036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US" sz="3200" b="1" dirty="0">
                <a:solidFill>
                  <a:schemeClr val="accent1"/>
                </a:solidFill>
              </a:rPr>
              <a:t>Case#3: Largest Fraud Ever! </a:t>
            </a:r>
          </a:p>
          <a:p>
            <a:r>
              <a:rPr lang="en-US" sz="3200" b="1" dirty="0">
                <a:solidFill>
                  <a:schemeClr val="accent1"/>
                </a:solidFill>
              </a:rPr>
              <a:t>$10.6B Rapidly Emerging Multi-Entity DME Billing Pattern</a:t>
            </a:r>
          </a:p>
        </p:txBody>
      </p:sp>
      <p:sp>
        <p:nvSpPr>
          <p:cNvPr id="13" name="TextBox 12">
            <a:extLst>
              <a:ext uri="{FF2B5EF4-FFF2-40B4-BE49-F238E27FC236}">
                <a16:creationId xmlns:a16="http://schemas.microsoft.com/office/drawing/2014/main" id="{4EC4CC09-6CFE-4E02-E010-347B51B0CEBE}"/>
              </a:ext>
            </a:extLst>
          </p:cNvPr>
          <p:cNvSpPr txBox="1"/>
          <p:nvPr/>
        </p:nvSpPr>
        <p:spPr>
          <a:xfrm>
            <a:off x="6960010" y="1399042"/>
            <a:ext cx="4649603" cy="1200329"/>
          </a:xfrm>
          <a:prstGeom prst="rect">
            <a:avLst/>
          </a:prstGeom>
          <a:noFill/>
        </p:spPr>
        <p:txBody>
          <a:bodyPr wrap="square" rtlCol="0">
            <a:spAutoFit/>
          </a:bodyPr>
          <a:lstStyle/>
          <a:p>
            <a:r>
              <a:rPr lang="en-US" b="1" dirty="0"/>
              <a:t>What happened here- </a:t>
            </a:r>
          </a:p>
          <a:p>
            <a:pPr marL="285750" indent="-285750">
              <a:buFont typeface="Arial" panose="020B0604020202020204" pitchFamily="34" charset="0"/>
              <a:buChar char="•"/>
            </a:pPr>
            <a:r>
              <a:rPr lang="en-US" dirty="0"/>
              <a:t>Hidden ownership</a:t>
            </a:r>
          </a:p>
          <a:p>
            <a:pPr marL="285750" indent="-285750">
              <a:buFont typeface="Arial" panose="020B0604020202020204" pitchFamily="34" charset="0"/>
              <a:buChar char="•"/>
            </a:pPr>
            <a:r>
              <a:rPr lang="en-US" dirty="0"/>
              <a:t>Multiple DME entities used together</a:t>
            </a:r>
          </a:p>
          <a:p>
            <a:pPr marL="285750" indent="-285750">
              <a:buFont typeface="Arial" panose="020B0604020202020204" pitchFamily="34" charset="0"/>
              <a:buChar char="•"/>
            </a:pPr>
            <a:r>
              <a:rPr lang="en-US" dirty="0"/>
              <a:t>Distributed fraudulent billing at scale</a:t>
            </a:r>
          </a:p>
        </p:txBody>
      </p:sp>
      <p:sp>
        <p:nvSpPr>
          <p:cNvPr id="18" name="TextBox 17">
            <a:extLst>
              <a:ext uri="{FF2B5EF4-FFF2-40B4-BE49-F238E27FC236}">
                <a16:creationId xmlns:a16="http://schemas.microsoft.com/office/drawing/2014/main" id="{F17A2D32-D257-2980-A50B-5349A1A5D4DA}"/>
              </a:ext>
            </a:extLst>
          </p:cNvPr>
          <p:cNvSpPr txBox="1"/>
          <p:nvPr/>
        </p:nvSpPr>
        <p:spPr>
          <a:xfrm>
            <a:off x="6960011" y="4949411"/>
            <a:ext cx="4792437" cy="1754326"/>
          </a:xfrm>
          <a:prstGeom prst="rect">
            <a:avLst/>
          </a:prstGeom>
          <a:noFill/>
        </p:spPr>
        <p:txBody>
          <a:bodyPr wrap="square">
            <a:spAutoFit/>
          </a:bodyPr>
          <a:lstStyle/>
          <a:p>
            <a:r>
              <a:rPr lang="en-US" b="1" i="1" dirty="0"/>
              <a:t>Takeaway- </a:t>
            </a:r>
          </a:p>
          <a:p>
            <a:r>
              <a:rPr lang="en-US" i="1" dirty="0"/>
              <a:t>The hardest fraud to catch is </a:t>
            </a:r>
            <a:r>
              <a:rPr lang="en-US" b="1" i="1" dirty="0"/>
              <a:t>not</a:t>
            </a:r>
            <a:r>
              <a:rPr lang="en-US" i="1" dirty="0"/>
              <a:t> </a:t>
            </a:r>
            <a:r>
              <a:rPr lang="en-US" b="1" i="1" dirty="0"/>
              <a:t>always</a:t>
            </a:r>
            <a:r>
              <a:rPr lang="en-US" i="1" dirty="0"/>
              <a:t> </a:t>
            </a:r>
            <a:r>
              <a:rPr lang="en-US" b="1" i="1" dirty="0"/>
              <a:t>one bad actor</a:t>
            </a:r>
            <a:r>
              <a:rPr lang="en-US" i="1" dirty="0"/>
              <a:t>. It can be a network of ordinary-looking companies that only becomes suspicious when you look at the pattern across all of them.</a:t>
            </a:r>
          </a:p>
        </p:txBody>
      </p:sp>
    </p:spTree>
    <p:extLst>
      <p:ext uri="{BB962C8B-B14F-4D97-AF65-F5344CB8AC3E}">
        <p14:creationId xmlns:p14="http://schemas.microsoft.com/office/powerpoint/2010/main" val="2080136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3E324FC-E0C1-55CB-A002-3389B54743CB}"/>
              </a:ext>
            </a:extLst>
          </p:cNvPr>
          <p:cNvSpPr txBox="1">
            <a:spLocks/>
          </p:cNvSpPr>
          <p:nvPr/>
        </p:nvSpPr>
        <p:spPr>
          <a:xfrm>
            <a:off x="2104955" y="280232"/>
            <a:ext cx="6147707"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pPr algn="ctr"/>
            <a:r>
              <a:rPr lang="en-US" sz="7200" b="1" dirty="0">
                <a:solidFill>
                  <a:schemeClr val="accent1"/>
                </a:solidFill>
              </a:rPr>
              <a:t>WHAT?</a:t>
            </a:r>
          </a:p>
        </p:txBody>
      </p:sp>
      <p:sp>
        <p:nvSpPr>
          <p:cNvPr id="9" name="Title 1">
            <a:extLst>
              <a:ext uri="{FF2B5EF4-FFF2-40B4-BE49-F238E27FC236}">
                <a16:creationId xmlns:a16="http://schemas.microsoft.com/office/drawing/2014/main" id="{2F4AE100-5238-3936-3BC6-D1CF9FE623E8}"/>
              </a:ext>
            </a:extLst>
          </p:cNvPr>
          <p:cNvSpPr>
            <a:spLocks noGrp="1"/>
          </p:cNvSpPr>
          <p:nvPr>
            <p:ph type="title"/>
          </p:nvPr>
        </p:nvSpPr>
        <p:spPr>
          <a:xfrm>
            <a:off x="2867025" y="2465615"/>
            <a:ext cx="6457949" cy="1325563"/>
          </a:xfrm>
        </p:spPr>
        <p:txBody>
          <a:bodyPr/>
          <a:lstStyle/>
          <a:p>
            <a:r>
              <a:rPr lang="en-US" sz="3200" dirty="0">
                <a:solidFill>
                  <a:schemeClr val="accent1">
                    <a:lumMod val="75000"/>
                  </a:schemeClr>
                </a:solidFill>
              </a:rPr>
              <a:t>What can we do about it? </a:t>
            </a:r>
          </a:p>
        </p:txBody>
      </p:sp>
    </p:spTree>
    <p:extLst>
      <p:ext uri="{BB962C8B-B14F-4D97-AF65-F5344CB8AC3E}">
        <p14:creationId xmlns:p14="http://schemas.microsoft.com/office/powerpoint/2010/main" val="2184256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E84AF09-B019-0D6C-2C4D-6614D17AE0F1}"/>
              </a:ext>
            </a:extLst>
          </p:cNvPr>
          <p:cNvSpPr txBox="1">
            <a:spLocks/>
          </p:cNvSpPr>
          <p:nvPr/>
        </p:nvSpPr>
        <p:spPr>
          <a:xfrm>
            <a:off x="2588078" y="2424793"/>
            <a:ext cx="8907237" cy="3722915"/>
          </a:xfrm>
          <a:prstGeom prst="rect">
            <a:avLst/>
          </a:prstGeom>
        </p:spPr>
        <p:txBody>
          <a:bodyPr vert="horz" lIns="91440" tIns="45720" rIns="91440" bIns="45720" rtlCol="0">
            <a:normAutofit/>
          </a:bodyPr>
          <a:lstStyle>
            <a:lvl1pPr marL="457200" indent="-457200" algn="l" defTabSz="914400" rtl="0" eaLnBrk="1" latinLnBrk="0" hangingPunct="1">
              <a:lnSpc>
                <a:spcPct val="90000"/>
              </a:lnSpc>
              <a:spcBef>
                <a:spcPts val="1000"/>
              </a:spcBef>
              <a:buClr>
                <a:srgbClr val="17ADBF"/>
              </a:buClr>
              <a:buFont typeface="Arial" panose="020B0604020202020204" pitchFamily="34" charset="0"/>
              <a:buChar char="•"/>
              <a:defRPr sz="2600" b="0" i="0" kern="1200">
                <a:solidFill>
                  <a:schemeClr val="tx1"/>
                </a:solidFill>
                <a:latin typeface="Avenir Book" panose="02000503020000020003" pitchFamily="2" charset="0"/>
                <a:ea typeface="+mn-ea"/>
                <a:cs typeface="+mn-cs"/>
              </a:defRPr>
            </a:lvl1pPr>
            <a:lvl2pPr marL="457200" indent="0" algn="l" defTabSz="914400" rtl="0" eaLnBrk="1" latinLnBrk="0" hangingPunct="1">
              <a:lnSpc>
                <a:spcPct val="90000"/>
              </a:lnSpc>
              <a:spcBef>
                <a:spcPts val="500"/>
              </a:spcBef>
              <a:buClr>
                <a:srgbClr val="17ADBF"/>
              </a:buClr>
              <a:buFont typeface="Arial" panose="020B0604020202020204" pitchFamily="34" charset="0"/>
              <a:buNone/>
              <a:defRPr sz="2400" b="0" i="0" kern="1200">
                <a:solidFill>
                  <a:schemeClr val="tx1"/>
                </a:solidFill>
                <a:latin typeface="Avenir Book" panose="02000503020000020003" pitchFamily="2" charset="0"/>
                <a:ea typeface="+mn-ea"/>
                <a:cs typeface="+mn-cs"/>
              </a:defRPr>
            </a:lvl2pPr>
            <a:lvl3pPr marL="1143000" indent="-228600" algn="l" defTabSz="914400" rtl="0" eaLnBrk="1" latinLnBrk="0" hangingPunct="1">
              <a:lnSpc>
                <a:spcPct val="90000"/>
              </a:lnSpc>
              <a:spcBef>
                <a:spcPts val="500"/>
              </a:spcBef>
              <a:buClr>
                <a:srgbClr val="17ADBF"/>
              </a:buClr>
              <a:buFont typeface="Arial" panose="020B0604020202020204" pitchFamily="34" charset="0"/>
              <a:buChar char="•"/>
              <a:defRPr sz="2000" b="0" i="0" kern="1200">
                <a:solidFill>
                  <a:schemeClr val="tx1"/>
                </a:solidFill>
                <a:latin typeface="Avenir Book" panose="02000503020000020003" pitchFamily="2" charset="0"/>
                <a:ea typeface="+mn-ea"/>
                <a:cs typeface="+mn-cs"/>
              </a:defRPr>
            </a:lvl3pPr>
            <a:lvl4pPr marL="1600200" indent="-228600" algn="l" defTabSz="914400" rtl="0" eaLnBrk="1" latinLnBrk="0" hangingPunct="1">
              <a:lnSpc>
                <a:spcPct val="90000"/>
              </a:lnSpc>
              <a:spcBef>
                <a:spcPts val="500"/>
              </a:spcBef>
              <a:buClr>
                <a:srgbClr val="17ADBF"/>
              </a:buClr>
              <a:buFont typeface="Arial" panose="020B0604020202020204" pitchFamily="34" charset="0"/>
              <a:buChar char="•"/>
              <a:defRPr sz="1800" b="0" i="0" kern="1200">
                <a:solidFill>
                  <a:schemeClr val="tx1"/>
                </a:solidFill>
                <a:latin typeface="Avenir Book" panose="02000503020000020003" pitchFamily="2" charset="0"/>
                <a:ea typeface="+mn-ea"/>
                <a:cs typeface="+mn-cs"/>
              </a:defRPr>
            </a:lvl4pPr>
            <a:lvl5pPr marL="2057400" indent="-228600" algn="l" defTabSz="914400" rtl="0" eaLnBrk="1" latinLnBrk="0" hangingPunct="1">
              <a:lnSpc>
                <a:spcPct val="90000"/>
              </a:lnSpc>
              <a:spcBef>
                <a:spcPts val="500"/>
              </a:spcBef>
              <a:buClr>
                <a:srgbClr val="17ADBF"/>
              </a:buClr>
              <a:buFont typeface="Arial" panose="020B0604020202020204" pitchFamily="34" charset="0"/>
              <a:buChar char="•"/>
              <a:defRPr sz="1800" b="0" i="0" kern="1200">
                <a:solidFill>
                  <a:schemeClr val="tx1"/>
                </a:solidFill>
                <a:latin typeface="Avenir Book" panose="020005030200000200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Some major fraud schemes used by Fraudulent suppliers:</a:t>
            </a:r>
          </a:p>
          <a:p>
            <a:pPr>
              <a:buFont typeface="Wingdings" panose="05000000000000000000" pitchFamily="2" charset="2"/>
              <a:buChar char="Ø"/>
            </a:pPr>
            <a:r>
              <a:rPr lang="en-US" sz="2400" dirty="0"/>
              <a:t>Hidden or obscured ownership </a:t>
            </a:r>
          </a:p>
          <a:p>
            <a:pPr>
              <a:buFont typeface="Wingdings" panose="05000000000000000000" pitchFamily="2" charset="2"/>
              <a:buChar char="Ø"/>
            </a:pPr>
            <a:r>
              <a:rPr lang="en-US" sz="2400" dirty="0"/>
              <a:t>Fraud spread across multiple DME entities</a:t>
            </a:r>
          </a:p>
          <a:p>
            <a:pPr>
              <a:buFont typeface="Wingdings" panose="05000000000000000000" pitchFamily="2" charset="2"/>
              <a:buChar char="Ø"/>
            </a:pPr>
            <a:r>
              <a:rPr lang="en-US" sz="2400" dirty="0"/>
              <a:t>Billing for medically unnecessary DME</a:t>
            </a:r>
          </a:p>
          <a:p>
            <a:pPr>
              <a:buFont typeface="Wingdings" panose="05000000000000000000" pitchFamily="2" charset="2"/>
              <a:buChar char="Ø"/>
            </a:pPr>
            <a:r>
              <a:rPr lang="en-US" sz="2400" dirty="0"/>
              <a:t>Large-scale, distributed billing patterns</a:t>
            </a:r>
          </a:p>
          <a:p>
            <a:pPr>
              <a:buFont typeface="Wingdings" panose="05000000000000000000" pitchFamily="2" charset="2"/>
              <a:buChar char="Ø"/>
            </a:pPr>
            <a:r>
              <a:rPr lang="en-US" sz="2400" dirty="0"/>
              <a:t>Questionable or invalid doctor orders</a:t>
            </a:r>
          </a:p>
        </p:txBody>
      </p:sp>
      <p:sp>
        <p:nvSpPr>
          <p:cNvPr id="5" name="Title 1">
            <a:extLst>
              <a:ext uri="{FF2B5EF4-FFF2-40B4-BE49-F238E27FC236}">
                <a16:creationId xmlns:a16="http://schemas.microsoft.com/office/drawing/2014/main" id="{293ECB5E-CA35-4F8F-5F03-A6AD323D9F41}"/>
              </a:ext>
            </a:extLst>
          </p:cNvPr>
          <p:cNvSpPr txBox="1">
            <a:spLocks/>
          </p:cNvSpPr>
          <p:nvPr/>
        </p:nvSpPr>
        <p:spPr>
          <a:xfrm>
            <a:off x="106135" y="61348"/>
            <a:ext cx="4384222" cy="10368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US" sz="3200" b="1" dirty="0">
                <a:solidFill>
                  <a:schemeClr val="accent1"/>
                </a:solidFill>
              </a:rPr>
              <a:t>Problem Definition</a:t>
            </a:r>
          </a:p>
        </p:txBody>
      </p:sp>
      <p:sp>
        <p:nvSpPr>
          <p:cNvPr id="6" name="TextBox 5">
            <a:extLst>
              <a:ext uri="{FF2B5EF4-FFF2-40B4-BE49-F238E27FC236}">
                <a16:creationId xmlns:a16="http://schemas.microsoft.com/office/drawing/2014/main" id="{4C3F554A-1C5D-72C4-D8C2-31AE8754AA1F}"/>
              </a:ext>
            </a:extLst>
          </p:cNvPr>
          <p:cNvSpPr txBox="1"/>
          <p:nvPr/>
        </p:nvSpPr>
        <p:spPr>
          <a:xfrm>
            <a:off x="1624692" y="1433961"/>
            <a:ext cx="9305245" cy="369332"/>
          </a:xfrm>
          <a:prstGeom prst="rect">
            <a:avLst/>
          </a:prstGeom>
          <a:noFill/>
        </p:spPr>
        <p:txBody>
          <a:bodyPr wrap="square">
            <a:spAutoFit/>
          </a:bodyPr>
          <a:lstStyle/>
          <a:p>
            <a:r>
              <a:rPr lang="en-US" sz="1800" i="1" dirty="0">
                <a:solidFill>
                  <a:schemeClr val="accent1">
                    <a:lumMod val="75000"/>
                  </a:schemeClr>
                </a:solidFill>
              </a:rPr>
              <a:t>Fraudsters</a:t>
            </a:r>
            <a:r>
              <a:rPr lang="en-US" i="1" dirty="0">
                <a:solidFill>
                  <a:schemeClr val="accent1">
                    <a:lumMod val="75000"/>
                  </a:schemeClr>
                </a:solidFill>
              </a:rPr>
              <a:t> are 10 steps ahead of our systems</a:t>
            </a:r>
            <a:endParaRPr lang="en-US" i="1" dirty="0"/>
          </a:p>
        </p:txBody>
      </p:sp>
    </p:spTree>
    <p:extLst>
      <p:ext uri="{BB962C8B-B14F-4D97-AF65-F5344CB8AC3E}">
        <p14:creationId xmlns:p14="http://schemas.microsoft.com/office/powerpoint/2010/main" val="396931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18D17-B2B3-2DB8-98C4-7B2A5E1B0C0F}"/>
              </a:ext>
            </a:extLst>
          </p:cNvPr>
          <p:cNvSpPr>
            <a:spLocks noGrp="1"/>
          </p:cNvSpPr>
          <p:nvPr>
            <p:ph type="title"/>
          </p:nvPr>
        </p:nvSpPr>
        <p:spPr>
          <a:xfrm>
            <a:off x="1669886" y="2135116"/>
            <a:ext cx="9508312" cy="749591"/>
          </a:xfrm>
        </p:spPr>
        <p:txBody>
          <a:bodyPr/>
          <a:lstStyle/>
          <a:p>
            <a:r>
              <a:rPr lang="en-US" b="1" dirty="0">
                <a:solidFill>
                  <a:schemeClr val="accent1">
                    <a:lumMod val="75000"/>
                  </a:schemeClr>
                </a:solidFill>
              </a:rPr>
              <a:t>Introducing, Sky Sentinel </a:t>
            </a:r>
          </a:p>
        </p:txBody>
      </p:sp>
      <p:sp>
        <p:nvSpPr>
          <p:cNvPr id="3" name="Content Placeholder 2">
            <a:extLst>
              <a:ext uri="{FF2B5EF4-FFF2-40B4-BE49-F238E27FC236}">
                <a16:creationId xmlns:a16="http://schemas.microsoft.com/office/drawing/2014/main" id="{21527007-3062-06AF-2554-C31C6D7E9884}"/>
              </a:ext>
            </a:extLst>
          </p:cNvPr>
          <p:cNvSpPr>
            <a:spLocks noGrp="1"/>
          </p:cNvSpPr>
          <p:nvPr>
            <p:ph sz="quarter" idx="10"/>
          </p:nvPr>
        </p:nvSpPr>
        <p:spPr>
          <a:xfrm>
            <a:off x="902123" y="3584456"/>
            <a:ext cx="10659796" cy="1174986"/>
          </a:xfrm>
        </p:spPr>
        <p:txBody>
          <a:bodyPr>
            <a:normAutofit/>
          </a:bodyPr>
          <a:lstStyle/>
          <a:p>
            <a:pPr marL="0" indent="0">
              <a:buNone/>
            </a:pPr>
            <a:r>
              <a:rPr lang="en-US" dirty="0"/>
              <a:t>A solution which does not stop at single-supplier alerts. Designed to detect those hard to find anomalies hidden in multi-entity billing patterns.</a:t>
            </a:r>
          </a:p>
        </p:txBody>
      </p:sp>
      <p:sp>
        <p:nvSpPr>
          <p:cNvPr id="5" name="TextBox 4">
            <a:extLst>
              <a:ext uri="{FF2B5EF4-FFF2-40B4-BE49-F238E27FC236}">
                <a16:creationId xmlns:a16="http://schemas.microsoft.com/office/drawing/2014/main" id="{1C8952B1-DDBC-59F5-57E8-7F549D002F9C}"/>
              </a:ext>
            </a:extLst>
          </p:cNvPr>
          <p:cNvSpPr txBox="1"/>
          <p:nvPr/>
        </p:nvSpPr>
        <p:spPr>
          <a:xfrm>
            <a:off x="6527237" y="3096047"/>
            <a:ext cx="4929186" cy="369332"/>
          </a:xfrm>
          <a:prstGeom prst="rect">
            <a:avLst/>
          </a:prstGeom>
          <a:noFill/>
        </p:spPr>
        <p:txBody>
          <a:bodyPr wrap="square">
            <a:spAutoFit/>
          </a:bodyPr>
          <a:lstStyle/>
          <a:p>
            <a:r>
              <a:rPr lang="en-US" sz="1800" i="1" dirty="0">
                <a:solidFill>
                  <a:schemeClr val="accent1">
                    <a:lumMod val="75000"/>
                  </a:schemeClr>
                </a:solidFill>
              </a:rPr>
              <a:t>..thinks like a Fraudster to catch one </a:t>
            </a:r>
            <a:endParaRPr lang="en-US" i="1" dirty="0"/>
          </a:p>
        </p:txBody>
      </p:sp>
    </p:spTree>
    <p:extLst>
      <p:ext uri="{BB962C8B-B14F-4D97-AF65-F5344CB8AC3E}">
        <p14:creationId xmlns:p14="http://schemas.microsoft.com/office/powerpoint/2010/main" val="4111907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1E2F1BA-DD53-D2FC-4000-AB4127A72B71}"/>
              </a:ext>
            </a:extLst>
          </p:cNvPr>
          <p:cNvSpPr txBox="1">
            <a:spLocks/>
          </p:cNvSpPr>
          <p:nvPr/>
        </p:nvSpPr>
        <p:spPr>
          <a:xfrm>
            <a:off x="2121284" y="92454"/>
            <a:ext cx="6147707"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pPr algn="ctr"/>
            <a:r>
              <a:rPr lang="en-US" sz="7200" b="1" dirty="0">
                <a:solidFill>
                  <a:schemeClr val="accent1"/>
                </a:solidFill>
              </a:rPr>
              <a:t>How?</a:t>
            </a:r>
          </a:p>
        </p:txBody>
      </p:sp>
      <p:sp>
        <p:nvSpPr>
          <p:cNvPr id="8" name="Rectangle 3">
            <a:extLst>
              <a:ext uri="{FF2B5EF4-FFF2-40B4-BE49-F238E27FC236}">
                <a16:creationId xmlns:a16="http://schemas.microsoft.com/office/drawing/2014/main" id="{E7CE3015-46AB-ABC8-3441-AA53B9E6F9B1}"/>
              </a:ext>
            </a:extLst>
          </p:cNvPr>
          <p:cNvSpPr>
            <a:spLocks noChangeArrowheads="1"/>
          </p:cNvSpPr>
          <p:nvPr/>
        </p:nvSpPr>
        <p:spPr bwMode="auto">
          <a:xfrm>
            <a:off x="1284514" y="1517777"/>
            <a:ext cx="10186308"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Detects suspicious supplier behavior early</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Flags unusual billing, service mix changes, and abnormal growth patterns before they become obvious large-scale losses.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Looks beyond one supplier at a time</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Detects suspicious activity spread across multiple DME entities, so investigators can see patterns that simple supplier-level alerts may miss.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Surfaces hidden multi-entity patterns</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Identifies clusters of behaviorally similar suppliers with overlapping geography, HCPCS categories, and synchronized billing trends.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Supports investigator-driven pattern detection</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Allows investigators to define suspicious patterns, refine thresholds, and test hypotheses instead of relying only on fixed rules.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Highlights medically unnecessary billing risk</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Identifies billing patterns that may indicate questionable utilization, unusual item concentration, or abnormal peer deviation.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Adds explainability to every alert</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Shows why a supplier or cluster was flagged, such as abnormal growth, shared billing behavior, or deviation from peers.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Keeps humans in the loop</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Investigators review the evidence, validate whether the alert is meaningful, and decide the next action.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Arial" panose="020B0604020202020204" pitchFamily="34" charset="0"/>
              </a:rPr>
              <a:t>Improves adaptability over time</a:t>
            </a:r>
            <a:br>
              <a:rPr kumimoji="0" lang="en-US" altLang="en-US" sz="1400" b="0" i="0" u="none" strike="noStrike" cap="none" normalizeH="0" baseline="0" dirty="0">
                <a:ln>
                  <a:noFill/>
                </a:ln>
                <a:solidFill>
                  <a:schemeClr val="tx1"/>
                </a:solidFill>
                <a:effectLst/>
                <a:latin typeface="Arial" panose="020B0604020202020204" pitchFamily="34" charset="0"/>
              </a:rPr>
            </a:br>
            <a:r>
              <a:rPr kumimoji="0" lang="en-US" altLang="en-US" sz="1400" b="0" i="0" u="none" strike="noStrike" cap="none" normalizeH="0" baseline="0" dirty="0">
                <a:ln>
                  <a:noFill/>
                </a:ln>
                <a:solidFill>
                  <a:schemeClr val="tx1"/>
                </a:solidFill>
                <a:effectLst/>
                <a:latin typeface="Arial" panose="020B0604020202020204" pitchFamily="34" charset="0"/>
              </a:rPr>
              <a:t>Captures investigator feedback so the system can better detect evolving fraud patterns and reduce false positives.</a:t>
            </a:r>
          </a:p>
        </p:txBody>
      </p:sp>
    </p:spTree>
    <p:extLst>
      <p:ext uri="{BB962C8B-B14F-4D97-AF65-F5344CB8AC3E}">
        <p14:creationId xmlns:p14="http://schemas.microsoft.com/office/powerpoint/2010/main" val="163020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998F7-DE6A-23A7-4A61-3505167D0216}"/>
              </a:ext>
            </a:extLst>
          </p:cNvPr>
          <p:cNvSpPr>
            <a:spLocks noGrp="1"/>
          </p:cNvSpPr>
          <p:nvPr>
            <p:ph type="title"/>
          </p:nvPr>
        </p:nvSpPr>
        <p:spPr>
          <a:xfrm>
            <a:off x="1288937" y="3112751"/>
            <a:ext cx="5952784" cy="753939"/>
          </a:xfrm>
        </p:spPr>
        <p:txBody>
          <a:bodyPr/>
          <a:lstStyle/>
          <a:p>
            <a:r>
              <a:rPr lang="en-US" dirty="0"/>
              <a:t>Demo - Use case</a:t>
            </a:r>
          </a:p>
        </p:txBody>
      </p:sp>
      <p:sp>
        <p:nvSpPr>
          <p:cNvPr id="5" name="TextBox 4">
            <a:extLst>
              <a:ext uri="{FF2B5EF4-FFF2-40B4-BE49-F238E27FC236}">
                <a16:creationId xmlns:a16="http://schemas.microsoft.com/office/drawing/2014/main" id="{3A7EE14B-931D-1E62-A749-28413AE1EA06}"/>
              </a:ext>
            </a:extLst>
          </p:cNvPr>
          <p:cNvSpPr txBox="1"/>
          <p:nvPr/>
        </p:nvSpPr>
        <p:spPr>
          <a:xfrm>
            <a:off x="870057" y="1483101"/>
            <a:ext cx="10131879" cy="1477328"/>
          </a:xfrm>
          <a:prstGeom prst="rect">
            <a:avLst/>
          </a:prstGeom>
          <a:noFill/>
        </p:spPr>
        <p:txBody>
          <a:bodyPr wrap="square">
            <a:spAutoFit/>
          </a:bodyPr>
          <a:lstStyle/>
          <a:p>
            <a:r>
              <a:rPr lang="en-US" dirty="0"/>
              <a:t>We chose DME for our MVP because it is a focused, high-risk Medicare area. CMS reports that DMEPOS had a 24.12% improper payment rate in FY 2025, far above the overall Medicare Fee-for-Service rate of  6.55%. Combined with the sophistication of recent DME fraud schemes, that made DME the right place for a targeted anomaly detection solution.</a:t>
            </a:r>
          </a:p>
        </p:txBody>
      </p:sp>
      <p:sp>
        <p:nvSpPr>
          <p:cNvPr id="7" name="TextBox 6">
            <a:extLst>
              <a:ext uri="{FF2B5EF4-FFF2-40B4-BE49-F238E27FC236}">
                <a16:creationId xmlns:a16="http://schemas.microsoft.com/office/drawing/2014/main" id="{E99CCA9D-9BF0-BF21-8BA6-3B1365C5A1E5}"/>
              </a:ext>
            </a:extLst>
          </p:cNvPr>
          <p:cNvSpPr txBox="1"/>
          <p:nvPr/>
        </p:nvSpPr>
        <p:spPr>
          <a:xfrm>
            <a:off x="1288937" y="3792335"/>
            <a:ext cx="8177212" cy="1200329"/>
          </a:xfrm>
          <a:prstGeom prst="rect">
            <a:avLst/>
          </a:prstGeom>
          <a:noFill/>
        </p:spPr>
        <p:txBody>
          <a:bodyPr wrap="square">
            <a:spAutoFit/>
          </a:bodyPr>
          <a:lstStyle/>
          <a:p>
            <a:r>
              <a:rPr lang="en-US" dirty="0"/>
              <a:t>Our featured use case is a rapidly emerging multi-entity DME billing pattern. The concern is that suspicious billing activity can be distributed across multiple suppliers or NPIs, so each one looks only moderately unusual on its own. Traditional supplier-level monitoring miss that.</a:t>
            </a:r>
          </a:p>
        </p:txBody>
      </p:sp>
      <p:sp>
        <p:nvSpPr>
          <p:cNvPr id="9" name="TextBox 8">
            <a:extLst>
              <a:ext uri="{FF2B5EF4-FFF2-40B4-BE49-F238E27FC236}">
                <a16:creationId xmlns:a16="http://schemas.microsoft.com/office/drawing/2014/main" id="{46ACF1E9-34D6-3D55-58E3-911108F1BD52}"/>
              </a:ext>
            </a:extLst>
          </p:cNvPr>
          <p:cNvSpPr txBox="1"/>
          <p:nvPr/>
        </p:nvSpPr>
        <p:spPr>
          <a:xfrm>
            <a:off x="4506686" y="5063064"/>
            <a:ext cx="6562043" cy="1477328"/>
          </a:xfrm>
          <a:prstGeom prst="rect">
            <a:avLst/>
          </a:prstGeom>
          <a:noFill/>
        </p:spPr>
        <p:txBody>
          <a:bodyPr wrap="square">
            <a:spAutoFit/>
          </a:bodyPr>
          <a:lstStyle/>
          <a:p>
            <a:r>
              <a:rPr lang="en-US" dirty="0"/>
              <a:t>That is the gap DME Sentinel AI addresses. It detects coordinated or cluster-based suspicious DME billing patterns and keeps investigators in control through pattern definition, threshold tuning, and hypothesis testing.</a:t>
            </a:r>
          </a:p>
        </p:txBody>
      </p:sp>
      <p:sp>
        <p:nvSpPr>
          <p:cNvPr id="10" name="Title 1">
            <a:extLst>
              <a:ext uri="{FF2B5EF4-FFF2-40B4-BE49-F238E27FC236}">
                <a16:creationId xmlns:a16="http://schemas.microsoft.com/office/drawing/2014/main" id="{24166FE8-B40A-F68D-6039-6215EFC5AF94}"/>
              </a:ext>
            </a:extLst>
          </p:cNvPr>
          <p:cNvSpPr txBox="1">
            <a:spLocks/>
          </p:cNvSpPr>
          <p:nvPr/>
        </p:nvSpPr>
        <p:spPr>
          <a:xfrm>
            <a:off x="870057" y="317608"/>
            <a:ext cx="5865479" cy="10131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en-US" dirty="0"/>
              <a:t>Why DME? </a:t>
            </a:r>
          </a:p>
        </p:txBody>
      </p:sp>
    </p:spTree>
    <p:extLst>
      <p:ext uri="{BB962C8B-B14F-4D97-AF65-F5344CB8AC3E}">
        <p14:creationId xmlns:p14="http://schemas.microsoft.com/office/powerpoint/2010/main" val="4026884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1E2A8-96B4-5B48-9CF3-8CDF19B9E5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13812-2F82-844D-315C-3D5294A2BFE6}"/>
              </a:ext>
            </a:extLst>
          </p:cNvPr>
          <p:cNvSpPr>
            <a:spLocks noGrp="1"/>
          </p:cNvSpPr>
          <p:nvPr>
            <p:ph type="title"/>
          </p:nvPr>
        </p:nvSpPr>
        <p:spPr>
          <a:xfrm>
            <a:off x="1297319" y="398575"/>
            <a:ext cx="5697303" cy="1325563"/>
          </a:xfrm>
        </p:spPr>
        <p:txBody>
          <a:bodyPr/>
          <a:lstStyle/>
          <a:p>
            <a:r>
              <a:rPr lang="en-US" dirty="0"/>
              <a:t>1. Dashboard</a:t>
            </a:r>
          </a:p>
        </p:txBody>
      </p:sp>
      <p:sp>
        <p:nvSpPr>
          <p:cNvPr id="3" name="Content Placeholder 2">
            <a:extLst>
              <a:ext uri="{FF2B5EF4-FFF2-40B4-BE49-F238E27FC236}">
                <a16:creationId xmlns:a16="http://schemas.microsoft.com/office/drawing/2014/main" id="{5436524E-6AEF-EA46-C14E-924CAA746E09}"/>
              </a:ext>
            </a:extLst>
          </p:cNvPr>
          <p:cNvSpPr>
            <a:spLocks noGrp="1"/>
          </p:cNvSpPr>
          <p:nvPr>
            <p:ph sz="quarter" idx="10"/>
          </p:nvPr>
        </p:nvSpPr>
        <p:spPr>
          <a:xfrm>
            <a:off x="1632050" y="1724138"/>
            <a:ext cx="9855100" cy="4357199"/>
          </a:xfrm>
        </p:spPr>
        <p:txBody>
          <a:bodyPr>
            <a:normAutofit fontScale="92500" lnSpcReduction="20000"/>
          </a:bodyPr>
          <a:lstStyle/>
          <a:p>
            <a:r>
              <a:rPr lang="en-US" dirty="0"/>
              <a:t>Display alert dashboard</a:t>
            </a:r>
          </a:p>
          <a:p>
            <a:pPr lvl="2">
              <a:buFont typeface="Wingdings" panose="05000000000000000000" pitchFamily="2" charset="2"/>
              <a:buChar char="ü"/>
            </a:pPr>
            <a:r>
              <a:rPr lang="en-US" dirty="0"/>
              <a:t>risk score</a:t>
            </a:r>
          </a:p>
          <a:p>
            <a:pPr lvl="2">
              <a:buFont typeface="Wingdings" panose="05000000000000000000" pitchFamily="2" charset="2"/>
              <a:buChar char="ü"/>
            </a:pPr>
            <a:r>
              <a:rPr lang="en-US" dirty="0"/>
              <a:t>trend spike</a:t>
            </a:r>
          </a:p>
          <a:p>
            <a:pPr lvl="2">
              <a:buFont typeface="Wingdings" panose="05000000000000000000" pitchFamily="2" charset="2"/>
              <a:buChar char="ü"/>
            </a:pPr>
            <a:r>
              <a:rPr lang="en-US" dirty="0"/>
              <a:t>peer comparison</a:t>
            </a:r>
          </a:p>
          <a:p>
            <a:pPr lvl="2">
              <a:buFont typeface="Wingdings" panose="05000000000000000000" pitchFamily="2" charset="2"/>
              <a:buChar char="ü"/>
            </a:pPr>
            <a:r>
              <a:rPr lang="en-US" dirty="0"/>
              <a:t>top anomaly drivers</a:t>
            </a:r>
          </a:p>
          <a:p>
            <a:r>
              <a:rPr lang="en-US" dirty="0"/>
              <a:t>Use case - It shows suppliers ranked by risk score. At first glance, no single supplier looks like a dramatic outlier. Each one appears only moderately risky</a:t>
            </a:r>
          </a:p>
          <a:p>
            <a:pPr marL="971550" lvl="2" indent="-285750" eaLnBrk="0" fontAlgn="base" hangingPunct="0">
              <a:lnSpc>
                <a:spcPct val="100000"/>
              </a:lnSpc>
              <a:spcBef>
                <a:spcPct val="0"/>
              </a:spcBef>
              <a:spcAft>
                <a:spcPct val="0"/>
              </a:spcAft>
              <a:buClrTx/>
              <a:buFont typeface="Wingdings" panose="05000000000000000000" pitchFamily="2" charset="2"/>
              <a:buChar char="ü"/>
            </a:pPr>
            <a:r>
              <a:rPr lang="en-US" altLang="en-US" sz="1800" dirty="0">
                <a:latin typeface="Arial" panose="020B0604020202020204" pitchFamily="34" charset="0"/>
              </a:rPr>
              <a:t>supplier list</a:t>
            </a:r>
          </a:p>
          <a:p>
            <a:pPr marL="971550" lvl="2" indent="-285750" eaLnBrk="0" fontAlgn="base" hangingPunct="0">
              <a:lnSpc>
                <a:spcPct val="100000"/>
              </a:lnSpc>
              <a:spcBef>
                <a:spcPct val="0"/>
              </a:spcBef>
              <a:spcAft>
                <a:spcPct val="0"/>
              </a:spcAft>
              <a:buClrTx/>
              <a:buFont typeface="Wingdings" panose="05000000000000000000" pitchFamily="2" charset="2"/>
              <a:buChar char="ü"/>
            </a:pPr>
            <a:r>
              <a:rPr lang="en-US" altLang="en-US" sz="1800" dirty="0">
                <a:latin typeface="Arial" panose="020B0604020202020204" pitchFamily="34" charset="0"/>
              </a:rPr>
              <a:t>moderate risk scores</a:t>
            </a:r>
          </a:p>
          <a:p>
            <a:pPr marL="971550" lvl="2" indent="-285750" eaLnBrk="0" fontAlgn="base" hangingPunct="0">
              <a:lnSpc>
                <a:spcPct val="100000"/>
              </a:lnSpc>
              <a:spcBef>
                <a:spcPct val="0"/>
              </a:spcBef>
              <a:spcAft>
                <a:spcPct val="0"/>
              </a:spcAft>
              <a:buClrTx/>
              <a:buFont typeface="Wingdings" panose="05000000000000000000" pitchFamily="2" charset="2"/>
              <a:buChar char="ü"/>
            </a:pPr>
            <a:r>
              <a:rPr lang="en-US" altLang="en-US" sz="1800" dirty="0">
                <a:latin typeface="Arial" panose="020B0604020202020204" pitchFamily="34" charset="0"/>
              </a:rPr>
              <a:t>top anomaly reasons</a:t>
            </a:r>
          </a:p>
          <a:p>
            <a:r>
              <a:rPr lang="en-US" dirty="0"/>
              <a:t>But when we move beyond one supplier at a time, a very different story appears. These suppliers share the same region, overlapping HCPCS categories, similar service mix changes, and synchronized growth trends.</a:t>
            </a:r>
          </a:p>
          <a:p>
            <a:r>
              <a:rPr lang="en-US" dirty="0"/>
              <a:t> </a:t>
            </a:r>
          </a:p>
        </p:txBody>
      </p:sp>
    </p:spTree>
    <p:extLst>
      <p:ext uri="{BB962C8B-B14F-4D97-AF65-F5344CB8AC3E}">
        <p14:creationId xmlns:p14="http://schemas.microsoft.com/office/powerpoint/2010/main" val="1165632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A0EAF-E6C8-637F-35B6-C9F989A8208F}"/>
              </a:ext>
            </a:extLst>
          </p:cNvPr>
          <p:cNvSpPr>
            <a:spLocks noGrp="1"/>
          </p:cNvSpPr>
          <p:nvPr>
            <p:ph type="title"/>
          </p:nvPr>
        </p:nvSpPr>
        <p:spPr>
          <a:xfrm>
            <a:off x="342781" y="292440"/>
            <a:ext cx="9282912" cy="1325563"/>
          </a:xfrm>
        </p:spPr>
        <p:txBody>
          <a:bodyPr/>
          <a:lstStyle/>
          <a:p>
            <a:r>
              <a:rPr lang="en-US" dirty="0"/>
              <a:t>2. Show the cluster view</a:t>
            </a:r>
          </a:p>
        </p:txBody>
      </p:sp>
      <p:sp>
        <p:nvSpPr>
          <p:cNvPr id="3" name="Content Placeholder 2">
            <a:extLst>
              <a:ext uri="{FF2B5EF4-FFF2-40B4-BE49-F238E27FC236}">
                <a16:creationId xmlns:a16="http://schemas.microsoft.com/office/drawing/2014/main" id="{E8F8C071-19F5-34A7-9DD8-8EC00F78F998}"/>
              </a:ext>
            </a:extLst>
          </p:cNvPr>
          <p:cNvSpPr>
            <a:spLocks noGrp="1"/>
          </p:cNvSpPr>
          <p:nvPr>
            <p:ph sz="quarter" idx="10"/>
          </p:nvPr>
        </p:nvSpPr>
        <p:spPr>
          <a:xfrm>
            <a:off x="620486" y="2163536"/>
            <a:ext cx="11046278" cy="3309519"/>
          </a:xfrm>
        </p:spPr>
        <p:txBody>
          <a:bodyPr>
            <a:normAutofit/>
          </a:bodyPr>
          <a:lstStyle/>
          <a:p>
            <a:r>
              <a:rPr lang="en-US" dirty="0"/>
              <a:t>This is the rapidly emerging multi-entity DME billing pattern. Individually, these suppliers may not trigger a top alert. Collectively, they form a suspicious cluster.” </a:t>
            </a:r>
          </a:p>
        </p:txBody>
      </p:sp>
      <p:sp>
        <p:nvSpPr>
          <p:cNvPr id="5" name="Rectangle 1">
            <a:extLst>
              <a:ext uri="{FF2B5EF4-FFF2-40B4-BE49-F238E27FC236}">
                <a16:creationId xmlns:a16="http://schemas.microsoft.com/office/drawing/2014/main" id="{9034C10F-F07D-9457-2631-9E0C79E6E77B}"/>
              </a:ext>
            </a:extLst>
          </p:cNvPr>
          <p:cNvSpPr>
            <a:spLocks noChangeArrowheads="1"/>
          </p:cNvSpPr>
          <p:nvPr/>
        </p:nvSpPr>
        <p:spPr bwMode="auto">
          <a:xfrm>
            <a:off x="1442356" y="3320665"/>
            <a:ext cx="391885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grouped entities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shared geography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overlapping HCPCS mix</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synchronized growth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cluster risk score</a:t>
            </a:r>
          </a:p>
        </p:txBody>
      </p:sp>
    </p:spTree>
    <p:extLst>
      <p:ext uri="{BB962C8B-B14F-4D97-AF65-F5344CB8AC3E}">
        <p14:creationId xmlns:p14="http://schemas.microsoft.com/office/powerpoint/2010/main" val="4033372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4736F-B7C0-3452-757A-FCC6913085B2}"/>
              </a:ext>
            </a:extLst>
          </p:cNvPr>
          <p:cNvSpPr>
            <a:spLocks noGrp="1"/>
          </p:cNvSpPr>
          <p:nvPr>
            <p:ph type="title"/>
          </p:nvPr>
        </p:nvSpPr>
        <p:spPr>
          <a:xfrm>
            <a:off x="1297319" y="398575"/>
            <a:ext cx="5697303" cy="1325563"/>
          </a:xfrm>
        </p:spPr>
        <p:txBody>
          <a:bodyPr/>
          <a:lstStyle/>
          <a:p>
            <a:r>
              <a:rPr lang="en-US" dirty="0"/>
              <a:t>3. Human in loop</a:t>
            </a:r>
          </a:p>
        </p:txBody>
      </p:sp>
      <p:sp>
        <p:nvSpPr>
          <p:cNvPr id="3" name="Content Placeholder 2">
            <a:extLst>
              <a:ext uri="{FF2B5EF4-FFF2-40B4-BE49-F238E27FC236}">
                <a16:creationId xmlns:a16="http://schemas.microsoft.com/office/drawing/2014/main" id="{A912B752-F626-F145-298F-F2C794574CAD}"/>
              </a:ext>
            </a:extLst>
          </p:cNvPr>
          <p:cNvSpPr>
            <a:spLocks noGrp="1"/>
          </p:cNvSpPr>
          <p:nvPr>
            <p:ph sz="quarter" idx="10"/>
          </p:nvPr>
        </p:nvSpPr>
        <p:spPr>
          <a:xfrm>
            <a:off x="1476929" y="1878843"/>
            <a:ext cx="9855100" cy="3255020"/>
          </a:xfrm>
        </p:spPr>
        <p:txBody>
          <a:bodyPr>
            <a:normAutofit/>
          </a:bodyPr>
          <a:lstStyle/>
          <a:p>
            <a:pPr marL="0" indent="0">
              <a:buNone/>
            </a:pPr>
            <a:r>
              <a:rPr lang="en-US" b="1" dirty="0"/>
              <a:t>What to demonstrate:</a:t>
            </a:r>
            <a:endParaRPr lang="en-US" dirty="0"/>
          </a:p>
          <a:p>
            <a:r>
              <a:rPr lang="en-US" dirty="0"/>
              <a:t>define suspicious pattern</a:t>
            </a:r>
          </a:p>
          <a:p>
            <a:r>
              <a:rPr lang="en-US" dirty="0"/>
              <a:t>adjust similarity threshold</a:t>
            </a:r>
          </a:p>
          <a:p>
            <a:r>
              <a:rPr lang="en-US" dirty="0"/>
              <a:t>adjust growth threshold</a:t>
            </a:r>
          </a:p>
          <a:p>
            <a:r>
              <a:rPr lang="en-US" dirty="0"/>
              <a:t>talk to the dataset or ask questions in plain English </a:t>
            </a:r>
          </a:p>
        </p:txBody>
      </p:sp>
    </p:spTree>
    <p:extLst>
      <p:ext uri="{BB962C8B-B14F-4D97-AF65-F5344CB8AC3E}">
        <p14:creationId xmlns:p14="http://schemas.microsoft.com/office/powerpoint/2010/main" val="1703080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1FA6-BC76-7993-5D6A-41E017B3CADC}"/>
              </a:ext>
            </a:extLst>
          </p:cNvPr>
          <p:cNvSpPr>
            <a:spLocks noGrp="1"/>
          </p:cNvSpPr>
          <p:nvPr>
            <p:ph type="title"/>
          </p:nvPr>
        </p:nvSpPr>
        <p:spPr>
          <a:xfrm>
            <a:off x="351065" y="594518"/>
            <a:ext cx="10050236" cy="1325563"/>
          </a:xfrm>
        </p:spPr>
        <p:txBody>
          <a:bodyPr/>
          <a:lstStyle/>
          <a:p>
            <a:r>
              <a:rPr lang="en-US" dirty="0"/>
              <a:t>4. Show how the system responds for human interaction</a:t>
            </a:r>
          </a:p>
        </p:txBody>
      </p:sp>
      <p:sp>
        <p:nvSpPr>
          <p:cNvPr id="3" name="Content Placeholder 2">
            <a:extLst>
              <a:ext uri="{FF2B5EF4-FFF2-40B4-BE49-F238E27FC236}">
                <a16:creationId xmlns:a16="http://schemas.microsoft.com/office/drawing/2014/main" id="{7A28F8EC-57EE-AFAB-E886-2D869F830C84}"/>
              </a:ext>
            </a:extLst>
          </p:cNvPr>
          <p:cNvSpPr>
            <a:spLocks noGrp="1"/>
          </p:cNvSpPr>
          <p:nvPr>
            <p:ph sz="quarter" idx="10"/>
          </p:nvPr>
        </p:nvSpPr>
        <p:spPr/>
        <p:txBody>
          <a:bodyPr/>
          <a:lstStyle/>
          <a:p>
            <a:endParaRPr lang="en-US"/>
          </a:p>
        </p:txBody>
      </p:sp>
    </p:spTree>
    <p:extLst>
      <p:ext uri="{BB962C8B-B14F-4D97-AF65-F5344CB8AC3E}">
        <p14:creationId xmlns:p14="http://schemas.microsoft.com/office/powerpoint/2010/main" val="458134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568D-AB16-DB5B-6B84-7362F1948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844B5-F853-F3D0-AFA9-741E3552C967}"/>
              </a:ext>
            </a:extLst>
          </p:cNvPr>
          <p:cNvSpPr>
            <a:spLocks noGrp="1"/>
          </p:cNvSpPr>
          <p:nvPr>
            <p:ph type="title"/>
          </p:nvPr>
        </p:nvSpPr>
        <p:spPr>
          <a:xfrm>
            <a:off x="782970" y="439396"/>
            <a:ext cx="7585423" cy="1325563"/>
          </a:xfrm>
        </p:spPr>
        <p:txBody>
          <a:bodyPr/>
          <a:lstStyle/>
          <a:p>
            <a:r>
              <a:rPr lang="en-US" dirty="0"/>
              <a:t>5. Show explainability</a:t>
            </a:r>
          </a:p>
        </p:txBody>
      </p:sp>
      <p:sp>
        <p:nvSpPr>
          <p:cNvPr id="3" name="Content Placeholder 2">
            <a:extLst>
              <a:ext uri="{FF2B5EF4-FFF2-40B4-BE49-F238E27FC236}">
                <a16:creationId xmlns:a16="http://schemas.microsoft.com/office/drawing/2014/main" id="{24E66F41-E4B3-8B8F-D7C0-C357E3CDD606}"/>
              </a:ext>
            </a:extLst>
          </p:cNvPr>
          <p:cNvSpPr>
            <a:spLocks noGrp="1"/>
          </p:cNvSpPr>
          <p:nvPr>
            <p:ph sz="quarter" idx="10"/>
          </p:nvPr>
        </p:nvSpPr>
        <p:spPr>
          <a:xfrm>
            <a:off x="1832077" y="1920081"/>
            <a:ext cx="8659031" cy="2727325"/>
          </a:xfrm>
        </p:spPr>
        <p:txBody>
          <a:bodyPr>
            <a:normAutofit lnSpcReduction="10000"/>
          </a:bodyPr>
          <a:lstStyle/>
          <a:p>
            <a:pPr marL="0" indent="0">
              <a:buNone/>
            </a:pPr>
            <a:r>
              <a:rPr lang="en-US" dirty="0"/>
              <a:t>The system explains why this cluster was flagged. In this case, the drivers are </a:t>
            </a:r>
          </a:p>
          <a:p>
            <a:r>
              <a:rPr lang="en-US" dirty="0"/>
              <a:t>synchronized growth</a:t>
            </a:r>
          </a:p>
          <a:p>
            <a:r>
              <a:rPr lang="en-US" dirty="0"/>
              <a:t>overlapping HCPCS categories </a:t>
            </a:r>
          </a:p>
          <a:p>
            <a:r>
              <a:rPr lang="en-US" dirty="0"/>
              <a:t>abnormal peer deviation</a:t>
            </a:r>
          </a:p>
          <a:p>
            <a:r>
              <a:rPr lang="en-US" dirty="0"/>
              <a:t>shared geographic concentration</a:t>
            </a:r>
          </a:p>
        </p:txBody>
      </p:sp>
    </p:spTree>
    <p:extLst>
      <p:ext uri="{BB962C8B-B14F-4D97-AF65-F5344CB8AC3E}">
        <p14:creationId xmlns:p14="http://schemas.microsoft.com/office/powerpoint/2010/main" val="3693138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4DAF-8DAB-ED0C-D3E6-AE2D59046265}"/>
              </a:ext>
            </a:extLst>
          </p:cNvPr>
          <p:cNvSpPr>
            <a:spLocks noGrp="1"/>
          </p:cNvSpPr>
          <p:nvPr>
            <p:ph type="title"/>
          </p:nvPr>
        </p:nvSpPr>
        <p:spPr>
          <a:xfrm>
            <a:off x="872776" y="722163"/>
            <a:ext cx="8850888" cy="1325563"/>
          </a:xfrm>
        </p:spPr>
        <p:txBody>
          <a:bodyPr/>
          <a:lstStyle/>
          <a:p>
            <a:r>
              <a:rPr lang="en-US" dirty="0"/>
              <a:t>6. Show final analyst decision</a:t>
            </a:r>
          </a:p>
        </p:txBody>
      </p:sp>
      <p:sp>
        <p:nvSpPr>
          <p:cNvPr id="3" name="Content Placeholder 2">
            <a:extLst>
              <a:ext uri="{FF2B5EF4-FFF2-40B4-BE49-F238E27FC236}">
                <a16:creationId xmlns:a16="http://schemas.microsoft.com/office/drawing/2014/main" id="{8B15952C-9F11-9D4E-0B3E-E02FF46D5D4E}"/>
              </a:ext>
            </a:extLst>
          </p:cNvPr>
          <p:cNvSpPr>
            <a:spLocks noGrp="1"/>
          </p:cNvSpPr>
          <p:nvPr>
            <p:ph sz="quarter" idx="10"/>
          </p:nvPr>
        </p:nvSpPr>
        <p:spPr>
          <a:xfrm>
            <a:off x="1330780" y="2745730"/>
            <a:ext cx="8335734" cy="2727325"/>
          </a:xfrm>
        </p:spPr>
        <p:txBody>
          <a:bodyPr/>
          <a:lstStyle/>
          <a:p>
            <a:pPr marL="0" indent="0">
              <a:buNone/>
            </a:pPr>
            <a:r>
              <a:rPr lang="en-US" dirty="0"/>
              <a:t>Investigator can click on </a:t>
            </a:r>
          </a:p>
          <a:p>
            <a:r>
              <a:rPr lang="en-US" dirty="0"/>
              <a:t>Escalate to take further investigative actions</a:t>
            </a:r>
          </a:p>
          <a:p>
            <a:r>
              <a:rPr lang="en-US" dirty="0"/>
              <a:t>Monitor to keep an eye </a:t>
            </a:r>
          </a:p>
          <a:p>
            <a:r>
              <a:rPr lang="en-US" dirty="0"/>
              <a:t>Dismiss if the alert seems a false positive</a:t>
            </a:r>
          </a:p>
        </p:txBody>
      </p:sp>
    </p:spTree>
    <p:extLst>
      <p:ext uri="{BB962C8B-B14F-4D97-AF65-F5344CB8AC3E}">
        <p14:creationId xmlns:p14="http://schemas.microsoft.com/office/powerpoint/2010/main" val="1014621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0FCF9-6C05-FB52-914C-C14676E56388}"/>
              </a:ext>
            </a:extLst>
          </p:cNvPr>
          <p:cNvSpPr>
            <a:spLocks noGrp="1"/>
          </p:cNvSpPr>
          <p:nvPr>
            <p:ph type="title"/>
          </p:nvPr>
        </p:nvSpPr>
        <p:spPr>
          <a:xfrm>
            <a:off x="1411620" y="496547"/>
            <a:ext cx="6768994" cy="1325563"/>
          </a:xfrm>
        </p:spPr>
        <p:txBody>
          <a:bodyPr/>
          <a:lstStyle/>
          <a:p>
            <a:r>
              <a:rPr lang="en-US" dirty="0"/>
              <a:t>7. Close with value</a:t>
            </a:r>
          </a:p>
        </p:txBody>
      </p:sp>
      <p:sp>
        <p:nvSpPr>
          <p:cNvPr id="3" name="Content Placeholder 2">
            <a:extLst>
              <a:ext uri="{FF2B5EF4-FFF2-40B4-BE49-F238E27FC236}">
                <a16:creationId xmlns:a16="http://schemas.microsoft.com/office/drawing/2014/main" id="{552CA36B-2387-242E-D803-E49B8B303272}"/>
              </a:ext>
            </a:extLst>
          </p:cNvPr>
          <p:cNvSpPr>
            <a:spLocks noGrp="1"/>
          </p:cNvSpPr>
          <p:nvPr>
            <p:ph sz="quarter" idx="10"/>
          </p:nvPr>
        </p:nvSpPr>
        <p:spPr>
          <a:xfrm>
            <a:off x="2636258" y="2904558"/>
            <a:ext cx="6638371" cy="2727325"/>
          </a:xfrm>
        </p:spPr>
        <p:txBody>
          <a:bodyPr>
            <a:normAutofit/>
          </a:bodyPr>
          <a:lstStyle/>
          <a:p>
            <a:pPr marL="0" indent="0">
              <a:buNone/>
            </a:pPr>
            <a:r>
              <a:rPr lang="en-US" dirty="0"/>
              <a:t>This is how DME Sentinel AI helps move fraud detection from reactive review to proactive prevention, by uncovering suspicious multi-entity billing patterns that supplier-level monitoring may miss, while keeping investigators in control.”</a:t>
            </a:r>
          </a:p>
        </p:txBody>
      </p:sp>
    </p:spTree>
    <p:extLst>
      <p:ext uri="{BB962C8B-B14F-4D97-AF65-F5344CB8AC3E}">
        <p14:creationId xmlns:p14="http://schemas.microsoft.com/office/powerpoint/2010/main" val="3274442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72513-6780-AA56-F09B-5B5905DE3E31}"/>
              </a:ext>
            </a:extLst>
          </p:cNvPr>
          <p:cNvSpPr>
            <a:spLocks noGrp="1"/>
          </p:cNvSpPr>
          <p:nvPr>
            <p:ph type="title"/>
          </p:nvPr>
        </p:nvSpPr>
        <p:spPr>
          <a:xfrm>
            <a:off x="640740" y="269665"/>
            <a:ext cx="8642053" cy="1325563"/>
          </a:xfrm>
        </p:spPr>
        <p:txBody>
          <a:bodyPr/>
          <a:lstStyle/>
          <a:p>
            <a:r>
              <a:rPr lang="en-US" dirty="0"/>
              <a:t>– Product description &lt;TBD&gt;</a:t>
            </a:r>
          </a:p>
        </p:txBody>
      </p:sp>
      <p:sp>
        <p:nvSpPr>
          <p:cNvPr id="5" name="TextBox 4">
            <a:extLst>
              <a:ext uri="{FF2B5EF4-FFF2-40B4-BE49-F238E27FC236}">
                <a16:creationId xmlns:a16="http://schemas.microsoft.com/office/drawing/2014/main" id="{6F4ADDC4-577F-54B3-2607-71AE03E48CFA}"/>
              </a:ext>
            </a:extLst>
          </p:cNvPr>
          <p:cNvSpPr txBox="1"/>
          <p:nvPr/>
        </p:nvSpPr>
        <p:spPr>
          <a:xfrm>
            <a:off x="1155032" y="1834225"/>
            <a:ext cx="9376610" cy="2031325"/>
          </a:xfrm>
          <a:prstGeom prst="rect">
            <a:avLst/>
          </a:prstGeom>
          <a:noFill/>
        </p:spPr>
        <p:txBody>
          <a:bodyPr wrap="square">
            <a:spAutoFit/>
          </a:bodyPr>
          <a:lstStyle/>
          <a:p>
            <a:r>
              <a:rPr lang="en-US" sz="1800" b="1" i="1" dirty="0">
                <a:effectLst/>
                <a:latin typeface="Aptos" panose="020B0004020202020204" pitchFamily="34" charset="0"/>
                <a:ea typeface="Aptos" panose="020B0004020202020204" pitchFamily="34" charset="0"/>
                <a:cs typeface="Times New Roman" panose="02020603050405020304" pitchFamily="18" charset="0"/>
              </a:rPr>
              <a:t>Our platform can detect obvious supplier anomalies, but its real strength is uncovering coordinated DME billing patterns spread across multiple NPIs that traditional threshold-based monitoring may miss.  </a:t>
            </a:r>
            <a:r>
              <a:rPr lang="en-US" b="1" i="1" dirty="0">
                <a:latin typeface="Aptos" panose="020B0004020202020204" pitchFamily="34" charset="0"/>
                <a:cs typeface="Times New Roman" panose="02020603050405020304" pitchFamily="18" charset="0"/>
              </a:rPr>
              <a:t>It also keeps investigators in control by letting them define suspicious patterns, refine thresholds, and test hypotheses</a:t>
            </a:r>
            <a:r>
              <a:rPr lang="en-US" dirty="0"/>
              <a:t>.”</a:t>
            </a:r>
          </a:p>
          <a:p>
            <a:endParaRPr lang="en-US" dirty="0"/>
          </a:p>
          <a:p>
            <a:r>
              <a:rPr lang="en-US" dirty="0"/>
              <a:t>Instead of reacting after improper payments occur, investigators can surface suspicious clusters earlier and act faster.</a:t>
            </a:r>
          </a:p>
        </p:txBody>
      </p:sp>
      <p:sp>
        <p:nvSpPr>
          <p:cNvPr id="7" name="TextBox 6">
            <a:extLst>
              <a:ext uri="{FF2B5EF4-FFF2-40B4-BE49-F238E27FC236}">
                <a16:creationId xmlns:a16="http://schemas.microsoft.com/office/drawing/2014/main" id="{426BC707-EAA2-A6CD-8CB5-60A9D0E4B7B4}"/>
              </a:ext>
            </a:extLst>
          </p:cNvPr>
          <p:cNvSpPr txBox="1"/>
          <p:nvPr/>
        </p:nvSpPr>
        <p:spPr>
          <a:xfrm>
            <a:off x="2655433" y="4233386"/>
            <a:ext cx="8170409" cy="1200329"/>
          </a:xfrm>
          <a:prstGeom prst="rect">
            <a:avLst/>
          </a:prstGeom>
          <a:noFill/>
        </p:spPr>
        <p:txBody>
          <a:bodyPr wrap="square">
            <a:spAutoFit/>
          </a:bodyPr>
          <a:lstStyle/>
          <a:p>
            <a:r>
              <a:rPr lang="en-US" dirty="0"/>
              <a:t>DME Sentinel AI detects abnormal DME billing patterns, uncovers suspicious multi-entity behavior, explains why alerts were triggered, and keeps investigators in control of reviewing, refining, and acting on potential fraud signals.</a:t>
            </a:r>
          </a:p>
        </p:txBody>
      </p:sp>
    </p:spTree>
    <p:extLst>
      <p:ext uri="{BB962C8B-B14F-4D97-AF65-F5344CB8AC3E}">
        <p14:creationId xmlns:p14="http://schemas.microsoft.com/office/powerpoint/2010/main" val="36933444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50D9C3A8-9699-B744-96DF-257E078210C1}" vid="{408451D7-7845-2B41-B025-6CF85CD4F88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EB2C45D0518BD49A41F7DD8E89B53F3" ma:contentTypeVersion="4" ma:contentTypeDescription="Create a new document." ma:contentTypeScope="" ma:versionID="298aabb6c34bdc2181441bf2b54dc100">
  <xsd:schema xmlns:xsd="http://www.w3.org/2001/XMLSchema" xmlns:xs="http://www.w3.org/2001/XMLSchema" xmlns:p="http://schemas.microsoft.com/office/2006/metadata/properties" xmlns:ns2="ad98654a-044b-406b-afde-549559df841c" xmlns:ns3="de438e37-8f08-4c52-afc5-327414d036ea" xmlns:ns4="85074e73-bb9e-479b-907d-5569af86a5dc" xmlns:ns5="561edfbc-654d-40c4-8aee-79f2465e0b7e" targetNamespace="http://schemas.microsoft.com/office/2006/metadata/properties" ma:root="true" ma:fieldsID="eca067971aae289862b9d2de5aa64dee" ns2:_="" ns3:_="" ns4:_="" ns5:_="">
    <xsd:import namespace="ad98654a-044b-406b-afde-549559df841c"/>
    <xsd:import namespace="de438e37-8f08-4c52-afc5-327414d036ea"/>
    <xsd:import namespace="85074e73-bb9e-479b-907d-5569af86a5dc"/>
    <xsd:import namespace="561edfbc-654d-40c4-8aee-79f2465e0b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Knowledge_x0020_Tag_x0020_Choice_x0020_Option" minOccurs="0"/>
                <xsd:element ref="ns2:Industry_x0020_Vertical" minOccurs="0"/>
                <xsd:element ref="ns2:Capability" minOccurs="0"/>
                <xsd:element ref="ns2:Governance"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element ref="ns4:lcf76f155ced4ddcb4097134ff3c332f" minOccurs="0"/>
                <xsd:element ref="ns5: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98654a-044b-406b-afde-549559df84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Knowledge_x0020_Tag_x0020_Choice_x0020_Option" ma:index="14" nillable="true" ma:displayName="Solution" ma:default="" ma:description="Vendor Solution" ma:internalName="Knowledge_x0020_Tag_x0020_Choice_x0020_Option">
      <xsd:complexType>
        <xsd:complexContent>
          <xsd:extension base="dms:MultiChoice">
            <xsd:sequence>
              <xsd:element name="Value" maxOccurs="unbounded" minOccurs="0" nillable="true">
                <xsd:simpleType>
                  <xsd:restriction base="dms:Choice">
                    <xsd:enumeration value="Appian"/>
                    <xsd:enumeration value="AWS"/>
                    <xsd:enumeration value="Bizagi"/>
                    <xsd:enumeration value="Camunda"/>
                    <xsd:enumeration value="Microsoft Azure"/>
                    <xsd:enumeration value="Pega"/>
                    <xsd:enumeration value="Salesforce"/>
                    <xsd:enumeration value="ServiceNow"/>
                    <xsd:enumeration value="UiPath"/>
                  </xsd:restriction>
                </xsd:simpleType>
              </xsd:element>
            </xsd:sequence>
          </xsd:extension>
        </xsd:complexContent>
      </xsd:complexType>
    </xsd:element>
    <xsd:element name="Industry_x0020_Vertical" ma:index="15" nillable="true" ma:displayName="Vertical" ma:default="" ma:description="Industry Vertical" ma:internalName="Industry_x0020_Vertical">
      <xsd:complexType>
        <xsd:complexContent>
          <xsd:extension base="dms:MultiChoice">
            <xsd:sequence>
              <xsd:element name="Value" maxOccurs="unbounded" minOccurs="0" nillable="true">
                <xsd:simpleType>
                  <xsd:restriction base="dms:Choice">
                    <xsd:enumeration value="Finance"/>
                    <xsd:enumeration value="Health Care"/>
                    <xsd:enumeration value="Public Sector"/>
                    <xsd:enumeration value="IRS"/>
                  </xsd:restriction>
                </xsd:simpleType>
              </xsd:element>
            </xsd:sequence>
          </xsd:extension>
        </xsd:complexContent>
      </xsd:complexType>
    </xsd:element>
    <xsd:element name="Capability" ma:index="16" nillable="true" ma:displayName="Capability" ma:default="" ma:description="Non-Vendor Capabilities" ma:internalName="Capability">
      <xsd:complexType>
        <xsd:complexContent>
          <xsd:extension base="dms:MultiChoice">
            <xsd:sequence>
              <xsd:element name="Value" maxOccurs="unbounded" minOccurs="0" nillable="true">
                <xsd:simpleType>
                  <xsd:restriction base="dms:Choice">
                    <xsd:enumeration value="AI"/>
                    <xsd:enumeration value="Analytics (Interpretive, Predictive)"/>
                    <xsd:enumeration value="AoA Digital Platforms"/>
                    <xsd:enumeration value="Asset Mgmt."/>
                    <xsd:enumeration value="Blockchain"/>
                    <xsd:enumeration value="Business Intelligence Exchange (BIX)"/>
                    <xsd:enumeration value="Business Mgmt."/>
                    <xsd:enumeration value="Case Management"/>
                    <xsd:enumeration value="Cloud"/>
                    <xsd:enumeration value="CMDB"/>
                    <xsd:enumeration value="DPA"/>
                    <xsd:enumeration value="Emerging Tech"/>
                    <xsd:enumeration value="Grants Management"/>
                    <xsd:enumeration value="Human Centered Design (HCD)"/>
                    <xsd:enumeration value="Low Code No Code Dev."/>
                    <xsd:enumeration value="ML"/>
                    <xsd:enumeration value="Open Source"/>
                    <xsd:enumeration value="Operations Mgmt."/>
                    <xsd:enumeration value="Reporting / Dashboards"/>
                    <xsd:enumeration value="RPA"/>
                    <xsd:enumeration value="Service Mgmt."/>
                    <xsd:enumeration value="Support Services (Help Desk)"/>
                    <xsd:enumeration value="VRAR"/>
                    <xsd:enumeration value="Workflow Mgmt."/>
                  </xsd:restriction>
                </xsd:simpleType>
              </xsd:element>
            </xsd:sequence>
          </xsd:extension>
        </xsd:complexContent>
      </xsd:complexType>
    </xsd:element>
    <xsd:element name="Governance" ma:index="17" nillable="true" ma:displayName="Auxiliary" ma:default="" ma:description="Supplemental Attributes such as Governance Method, Process, Service Offering" ma:internalName="Governance">
      <xsd:complexType>
        <xsd:complexContent>
          <xsd:extension base="dms:MultiChoice">
            <xsd:sequence>
              <xsd:element name="Value" maxOccurs="unbounded" minOccurs="0" nillable="true">
                <xsd:simpleType>
                  <xsd:restriction base="dms:Choice">
                    <xsd:enumeration value="508 Compliance"/>
                    <xsd:enumeration value="Agile Application Dev."/>
                    <xsd:enumeration value="Architecture"/>
                    <xsd:enumeration value="Change Mgmt."/>
                    <xsd:enumeration value="CI/CD"/>
                    <xsd:enumeration value="CMMI"/>
                    <xsd:enumeration value="Contract Mgmt."/>
                    <xsd:enumeration value="Data Mgmt. / Data Migration"/>
                    <xsd:enumeration value="DevOps"/>
                    <xsd:enumeration value="FedRAMP"/>
                    <xsd:enumeration value="Geographic Information System (GIS)"/>
                    <xsd:enumeration value="Information and Communications Technology"/>
                    <xsd:enumeration value="Integration Approach"/>
                    <xsd:enumeration value="ISO"/>
                    <xsd:enumeration value="IT Operations and Maintenance"/>
                    <xsd:enumeration value="IT Security"/>
                    <xsd:enumeration value="Managed Services"/>
                    <xsd:enumeration value="Management Approach"/>
                    <xsd:enumeration value="Past Performance"/>
                    <xsd:enumeration value="Performance Mgmt."/>
                    <xsd:enumeration value="Proposal Template"/>
                    <xsd:enumeration value="Quality"/>
                    <xsd:enumeration value="SIM"/>
                    <xsd:enumeration value="Sky Accelerator"/>
                    <xsd:enumeration value="Sky Executive Summary"/>
                    <xsd:enumeration value="Staff Augmentation"/>
                    <xsd:enumeration value="Task Order Mgmt."/>
                    <xsd:enumeration value="Testing Automation"/>
                    <xsd:enumeration value="Training"/>
                    <xsd:enumeration value="Upgrade"/>
                    <xsd:enumeration value="User Mgmt."/>
                  </xsd:restriction>
                </xsd:simpleType>
              </xsd:element>
            </xsd:sequence>
          </xsd:extension>
        </xsd:complexContent>
      </xsd:complexType>
    </xsd:element>
    <xsd:element name="MediaServiceAutoTags" ma:index="18"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438e37-8f08-4c52-afc5-327414d036e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5074e73-bb9e-479b-907d-5569af86a5dc" elementFormDefault="qualified">
    <xsd:import namespace="http://schemas.microsoft.com/office/2006/documentManagement/types"/>
    <xsd:import namespace="http://schemas.microsoft.com/office/infopath/2007/PartnerControls"/>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f3973a93-475d-4d1b-8281-2e694086ed3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61edfbc-654d-40c4-8aee-79f2465e0b7e" elementFormDefault="qualified">
    <xsd:import namespace="http://schemas.microsoft.com/office/2006/documentManagement/types"/>
    <xsd:import namespace="http://schemas.microsoft.com/office/infopath/2007/PartnerControls"/>
    <xsd:element name="TaxCatchAll" ma:index="28" nillable="true" ma:displayName="Taxonomy Catch All Column" ma:hidden="true" ma:list="{5f7a5cbd-083f-4f5b-9c12-7fbcc765c038}" ma:internalName="TaxCatchAll" ma:showField="CatchAllData" ma:web="561edfbc-654d-40c4-8aee-79f2465e0b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61edfbc-654d-40c4-8aee-79f2465e0b7e" xsi:nil="true"/>
    <lcf76f155ced4ddcb4097134ff3c332f xmlns="85074e73-bb9e-479b-907d-5569af86a5dc">
      <Terms xmlns="http://schemas.microsoft.com/office/infopath/2007/PartnerControls"/>
    </lcf76f155ced4ddcb4097134ff3c332f>
    <Capability xmlns="ad98654a-044b-406b-afde-549559df841c" xsi:nil="true"/>
    <Industry_x0020_Vertical xmlns="ad98654a-044b-406b-afde-549559df841c" xsi:nil="true"/>
    <Governance xmlns="ad98654a-044b-406b-afde-549559df841c" xsi:nil="true"/>
    <Knowledge_x0020_Tag_x0020_Choice_x0020_Option xmlns="ad98654a-044b-406b-afde-549559df841c" xsi:nil="true"/>
  </documentManagement>
</p:properties>
</file>

<file path=customXml/itemProps1.xml><?xml version="1.0" encoding="utf-8"?>
<ds:datastoreItem xmlns:ds="http://schemas.openxmlformats.org/officeDocument/2006/customXml" ds:itemID="{05DCBC82-C1A4-44E5-B730-41445D39EEF1}">
  <ds:schemaRefs>
    <ds:schemaRef ds:uri="http://schemas.microsoft.com/sharepoint/v3/contenttype/forms"/>
  </ds:schemaRefs>
</ds:datastoreItem>
</file>

<file path=customXml/itemProps2.xml><?xml version="1.0" encoding="utf-8"?>
<ds:datastoreItem xmlns:ds="http://schemas.openxmlformats.org/officeDocument/2006/customXml" ds:itemID="{D4DA8BF9-4286-437E-9081-36A8D0590B99}"/>
</file>

<file path=customXml/itemProps3.xml><?xml version="1.0" encoding="utf-8"?>
<ds:datastoreItem xmlns:ds="http://schemas.openxmlformats.org/officeDocument/2006/customXml" ds:itemID="{9C9440BF-FBE0-499C-A827-348512CA2AAA}">
  <ds:schemaRefs>
    <ds:schemaRef ds:uri="http://schemas.microsoft.com/office/2006/metadata/properties"/>
    <ds:schemaRef ds:uri="http://schemas.microsoft.com/office/2006/documentManagement/types"/>
    <ds:schemaRef ds:uri="http://www.w3.org/XML/1998/namespace"/>
    <ds:schemaRef ds:uri="http://purl.org/dc/elements/1.1/"/>
    <ds:schemaRef ds:uri="http://purl.org/dc/dcmitype/"/>
    <ds:schemaRef ds:uri="http://purl.org/dc/terms/"/>
    <ds:schemaRef ds:uri="e247b5f9-4aae-451f-b0b9-6e1384f04a6e"/>
    <ds:schemaRef ds:uri="http://schemas.microsoft.com/office/infopath/2007/PartnerControls"/>
    <ds:schemaRef ds:uri="http://schemas.openxmlformats.org/package/2006/metadata/core-properties"/>
    <ds:schemaRef ds:uri="d50cd8e8-3f77-459d-b343-ca4a204f36cc"/>
  </ds:schemaRefs>
</ds:datastoreItem>
</file>

<file path=docMetadata/LabelInfo.xml><?xml version="1.0" encoding="utf-8"?>
<clbl:labelList xmlns:clbl="http://schemas.microsoft.com/office/2020/mipLabelMetadata">
  <clbl:label id="{defa4170-0d19-0005-0004-bc88714345d2}" enabled="1" method="Standard" siteId="{ee59de1d-d5c6-4146-8673-0aa0571303b3}" removed="0"/>
</clbl:labelList>
</file>

<file path=docProps/app.xml><?xml version="1.0" encoding="utf-8"?>
<Properties xmlns="http://schemas.openxmlformats.org/officeDocument/2006/extended-properties" xmlns:vt="http://schemas.openxmlformats.org/officeDocument/2006/docPropsVTypes">
  <Template>Office Theme</Template>
  <TotalTime>59161</TotalTime>
  <Words>1221</Words>
  <Application>Microsoft Office PowerPoint</Application>
  <PresentationFormat>Widescreen</PresentationFormat>
  <Paragraphs>111</Paragraphs>
  <Slides>18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Arial</vt:lpstr>
      <vt:lpstr>Avenir Book</vt:lpstr>
      <vt:lpstr>Calibri</vt:lpstr>
      <vt:lpstr>Century Gothic</vt:lpstr>
      <vt:lpstr>Wingdings</vt:lpstr>
      <vt:lpstr>Office Theme</vt:lpstr>
      <vt:lpstr>Human-in-the-Loop AI Pattern Modeling for Medicare Fraud Detection</vt:lpstr>
      <vt:lpstr>Why do we need to build our Fraud Detection system stronger? </vt:lpstr>
      <vt:lpstr>Case #1: $61M False-Billing DME Supplier </vt:lpstr>
      <vt:lpstr>Case #2 : $59.9M Medically Unnecessary DME with Hidden Ownership and Kickbacks</vt:lpstr>
      <vt:lpstr>PowerPoint Presentation</vt:lpstr>
      <vt:lpstr>What can we do about it? </vt:lpstr>
      <vt:lpstr>PowerPoint Presentation</vt:lpstr>
      <vt:lpstr>Introducing, Sky Sentinel </vt:lpstr>
      <vt:lpstr>PowerPoint Presentation</vt:lpstr>
      <vt:lpstr>Demo - Use case</vt:lpstr>
      <vt:lpstr>1. Dashboard</vt:lpstr>
      <vt:lpstr>2. Show the cluster view</vt:lpstr>
      <vt:lpstr>3. Human in loop</vt:lpstr>
      <vt:lpstr>4. Show how the system responds for human interaction</vt:lpstr>
      <vt:lpstr>5. Show explainability</vt:lpstr>
      <vt:lpstr>6. Show final analyst decision</vt:lpstr>
      <vt:lpstr>7. Close with value</vt:lpstr>
      <vt:lpstr>– Product description &lt;TBD&gt;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Yanni Chen</dc:creator>
  <cp:lastModifiedBy>Vandana Tanu</cp:lastModifiedBy>
  <cp:revision>12</cp:revision>
  <dcterms:created xsi:type="dcterms:W3CDTF">2020-06-05T21:38:29Z</dcterms:created>
  <dcterms:modified xsi:type="dcterms:W3CDTF">2026-03-17T02:15:26Z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0x0101001EB2C45D0518BD49A41F7DD8E89B53F3</vt:lpwstr>
  </property>
  <property fmtid="{D5CDD505-2E9C-101B-9397-08002B2CF9AE}" pid="3" name="MediaServiceImageTags">
    <vt:lpwstr/>
  </property>
  <property fmtid="{D5CDD505-2E9C-101B-9397-08002B2CF9AE}" pid="4" name="MSIP_Label_defa4170-0d19-0005-0004-bc88714345d2_Enabled">
    <vt:lpwstr>true</vt:lpwstr>
  </property>
  <property fmtid="{D5CDD505-2E9C-101B-9397-08002B2CF9AE}" pid="5" name="MSIP_Label_defa4170-0d19-0005-0004-bc88714345d2_SetDate">
    <vt:lpwstr>2025-01-29T19:38:11Z</vt:lpwstr>
  </property>
  <property fmtid="{D5CDD505-2E9C-101B-9397-08002B2CF9AE}" pid="6" name="MSIP_Label_defa4170-0d19-0005-0004-bc88714345d2_Method">
    <vt:lpwstr>Standard</vt:lpwstr>
  </property>
  <property fmtid="{D5CDD505-2E9C-101B-9397-08002B2CF9AE}" pid="7" name="MSIP_Label_defa4170-0d19-0005-0004-bc88714345d2_Name">
    <vt:lpwstr>defa4170-0d19-0005-0004-bc88714345d2</vt:lpwstr>
  </property>
  <property fmtid="{D5CDD505-2E9C-101B-9397-08002B2CF9AE}" pid="8" name="MSIP_Label_defa4170-0d19-0005-0004-bc88714345d2_SiteId">
    <vt:lpwstr>ee59de1d-d5c6-4146-8673-0aa0571303b3</vt:lpwstr>
  </property>
  <property fmtid="{D5CDD505-2E9C-101B-9397-08002B2CF9AE}" pid="9" name="MSIP_Label_defa4170-0d19-0005-0004-bc88714345d2_ActionId">
    <vt:lpwstr>830d3813-c243-4ed8-93f6-2fb155910957</vt:lpwstr>
  </property>
  <property fmtid="{D5CDD505-2E9C-101B-9397-08002B2CF9AE}" pid="10" name="MSIP_Label_defa4170-0d19-0005-0004-bc88714345d2_ContentBits">
    <vt:lpwstr>0</vt:lpwstr>
  </property>
</Properties>
</file>