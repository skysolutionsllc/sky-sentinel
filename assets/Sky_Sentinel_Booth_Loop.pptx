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read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201168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84048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AI-Augmented DME Fraud Detection</a:t>
            </a:r>
          </a:p>
          <a:p>
            <a:pPr algn="ctr">
              <a:defRPr sz="2800" b="0">
                <a:solidFill>
                  <a:srgbClr val="F59E0B"/>
                </a:solidFill>
              </a:defRPr>
            </a:pPr>
            <a:r>
              <a:t>Human-in-the-Loop Pattern Modeling for Medicare Program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59E0B"/>
                </a:solidFill>
              </a:defRPr>
            </a:pPr>
            <a:r>
              <a:t>The Problem: $60B+ Lost Annually</a:t>
            </a:r>
          </a:p>
          <a:p>
            <a:br/>
            <a:pPr algn="ctr">
              <a:defRPr sz="3600">
                <a:solidFill>
                  <a:srgbClr val="FFFFFF"/>
                </a:solidFill>
              </a:defRPr>
            </a:pPr>
            <a:r>
              <a:t>Traditional detection stops at the generic threshold.</a:t>
            </a:r>
            <a:br/>
            <a:r>
              <a:t>Modern organized fraud is fragmented across coordinated 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9E0B"/>
                </a:solidFill>
              </a:defRPr>
            </a:pPr>
            <a:r>
              <a:t>Command Center: Global Risk Intelligence</a:t>
            </a:r>
          </a:p>
        </p:txBody>
      </p:sp>
      <p:pic>
        <p:nvPicPr>
          <p:cNvPr id="3" name="Picture 2" descr="screensho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51560"/>
            <a:ext cx="9144000" cy="571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9E0B"/>
                </a:solidFill>
              </a:defRPr>
            </a:pPr>
            <a:r>
              <a:t>Behavioral Clustering: Catching the Network</a:t>
            </a:r>
          </a:p>
        </p:txBody>
      </p:sp>
      <p:pic>
        <p:nvPicPr>
          <p:cNvPr id="3" name="Picture 2" descr="screenshot-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51560"/>
            <a:ext cx="9144000" cy="571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9E0B"/>
                </a:solidFill>
              </a:defRPr>
            </a:pPr>
            <a:r>
              <a:t>Explainable AI: Contextual Justifications</a:t>
            </a:r>
          </a:p>
        </p:txBody>
      </p:sp>
      <p:pic>
        <p:nvPicPr>
          <p:cNvPr id="3" name="Picture 2" descr="screenshot-ai-nar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51560"/>
            <a:ext cx="9144000" cy="571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9E0B"/>
                </a:solidFill>
              </a:defRPr>
            </a:pPr>
            <a:r>
              <a:t>Human-in-the-Loop: You Shape the Model</a:t>
            </a:r>
          </a:p>
        </p:txBody>
      </p:sp>
      <p:pic>
        <p:nvPicPr>
          <p:cNvPr id="3" name="Picture 2" descr="screenshot-invest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51560"/>
            <a:ext cx="9144000" cy="571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9E0B"/>
                </a:solidFill>
              </a:defRPr>
            </a:pPr>
            <a:r>
              <a:t>Natural Language Investigation</a:t>
            </a:r>
          </a:p>
        </p:txBody>
      </p:sp>
      <p:pic>
        <p:nvPicPr>
          <p:cNvPr id="3" name="Picture 2" descr="screenshot-ai-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51560"/>
            <a:ext cx="9144000" cy="571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Ready to go beyond traditional fraud detection?</a:t>
            </a:r>
          </a:p>
          <a:p>
            <a:br/>
            <a:pPr algn="ctr">
              <a:defRPr sz="4400" b="1">
                <a:solidFill>
                  <a:srgbClr val="F59E0B"/>
                </a:solidFill>
              </a:defRPr>
            </a:pPr>
            <a:r>
              <a:t>Stop by for a live investigation demo!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